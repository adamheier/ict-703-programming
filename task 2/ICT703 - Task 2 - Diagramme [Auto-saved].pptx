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1496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8556" y="292608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EAF1FA"/>
          </a:solidFill>
          <a:ln w="15875">
            <a:solidFill>
              <a:srgbClr val="2E5F8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python main.py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094476" y="676656"/>
            <a:ext cx="0" cy="219456"/>
          </a:xfrm>
          <a:prstGeom prst="line">
            <a:avLst/>
          </a:prstGeom>
          <a:noFill/>
          <a:ln w="19050">
            <a:solidFill>
              <a:srgbClr val="3F3F3F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448556" y="896112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EAF1FA"/>
          </a:solidFill>
          <a:ln w="15875">
            <a:solidFill>
              <a:srgbClr val="2E5F8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rules_config.json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4476" y="1280160"/>
            <a:ext cx="0" cy="219456"/>
          </a:xfrm>
          <a:prstGeom prst="line">
            <a:avLst/>
          </a:prstGeom>
          <a:noFill/>
          <a:ln w="19050">
            <a:solidFill>
              <a:srgbClr val="3F3F3F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4448556" y="1499616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EAF1FA"/>
          </a:solidFill>
          <a:ln w="15875">
            <a:solidFill>
              <a:srgbClr val="2E5F8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record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94476" y="1883664"/>
            <a:ext cx="0" cy="219456"/>
          </a:xfrm>
          <a:prstGeom prst="line">
            <a:avLst/>
          </a:prstGeom>
          <a:noFill/>
          <a:ln w="19050">
            <a:solidFill>
              <a:srgbClr val="3F3F3F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4631436" y="2103120"/>
            <a:ext cx="2926080" cy="786384"/>
          </a:xfrm>
          <a:prstGeom prst="diamond">
            <a:avLst/>
          </a:prstGeom>
          <a:solidFill>
            <a:srgbClr val="FDF2D9"/>
          </a:solidFill>
          <a:ln w="15875">
            <a:solidFill>
              <a:srgbClr val="D9A93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valid?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4476" y="2889504"/>
            <a:ext cx="0" cy="219456"/>
          </a:xfrm>
          <a:prstGeom prst="line">
            <a:avLst/>
          </a:prstGeom>
          <a:noFill/>
          <a:ln w="19050">
            <a:solidFill>
              <a:srgbClr val="3F3F3F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4448556" y="310896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EAF1FA"/>
          </a:solidFill>
          <a:ln w="15875">
            <a:solidFill>
              <a:srgbClr val="2E5F8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Transaction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4476" y="3493008"/>
            <a:ext cx="0" cy="219456"/>
          </a:xfrm>
          <a:prstGeom prst="line">
            <a:avLst/>
          </a:prstGeom>
          <a:noFill/>
          <a:ln w="19050">
            <a:solidFill>
              <a:srgbClr val="3F3F3F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4448556" y="3712464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EAF1FA"/>
          </a:solidFill>
          <a:ln w="15875">
            <a:solidFill>
              <a:srgbClr val="2E5F8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accounts.csv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4476" y="4096512"/>
            <a:ext cx="0" cy="219456"/>
          </a:xfrm>
          <a:prstGeom prst="line">
            <a:avLst/>
          </a:prstGeom>
          <a:noFill/>
          <a:ln w="19050">
            <a:solidFill>
              <a:srgbClr val="3F3F3F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4448556" y="4315968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EAF1FA"/>
          </a:solidFill>
          <a:ln w="15875">
            <a:solidFill>
              <a:srgbClr val="2E5F8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1 to 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94476" y="4700016"/>
            <a:ext cx="0" cy="219456"/>
          </a:xfrm>
          <a:prstGeom prst="line">
            <a:avLst/>
          </a:prstGeom>
          <a:noFill/>
          <a:ln w="19050">
            <a:solidFill>
              <a:srgbClr val="3F3F3F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4448556" y="4919472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EAF1FA"/>
          </a:solidFill>
          <a:ln w="15875">
            <a:solidFill>
              <a:srgbClr val="2E5F8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6 to 9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94476" y="5303520"/>
            <a:ext cx="0" cy="219456"/>
          </a:xfrm>
          <a:prstGeom prst="line">
            <a:avLst/>
          </a:prstGeom>
          <a:noFill/>
          <a:ln w="19050">
            <a:solidFill>
              <a:srgbClr val="3F3F3F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4448556" y="5522976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EAF1FA"/>
          </a:solidFill>
          <a:ln w="15875">
            <a:solidFill>
              <a:srgbClr val="2E5F8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alerts and summary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94476" y="5907024"/>
            <a:ext cx="0" cy="219456"/>
          </a:xfrm>
          <a:prstGeom prst="line">
            <a:avLst/>
          </a:prstGeom>
          <a:noFill/>
          <a:ln w="19050">
            <a:solidFill>
              <a:srgbClr val="3F3F3F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4448556" y="612648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EAF1FA"/>
          </a:solidFill>
          <a:ln w="15875">
            <a:solidFill>
              <a:srgbClr val="2E5F8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CSV files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49340" y="2898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57516" y="2496312"/>
            <a:ext cx="817952" cy="0"/>
          </a:xfrm>
          <a:prstGeom prst="line">
            <a:avLst/>
          </a:prstGeom>
          <a:noFill/>
          <a:ln w="19050">
            <a:solidFill>
              <a:srgbClr val="3F3F3F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 txBox="1"/>
          <p:nvPr/>
        </p:nvSpPr>
        <p:spPr>
          <a:xfrm>
            <a:off x="7685532" y="22585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75468" y="225856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FBE5E5"/>
          </a:solidFill>
          <a:ln w="15875">
            <a:solidFill>
              <a:srgbClr val="C0392B"/>
            </a:solidFill>
          </a:ln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50" dirty="0">
                <a:solidFill>
                  <a:srgbClr val="9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reject,</a:t>
            </a:r>
            <a:endParaRPr lang="en-US" sz="105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50" dirty="0">
                <a:solidFill>
                  <a:srgbClr val="9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reason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13474" y="3300966"/>
            <a:ext cx="635082" cy="18"/>
          </a:xfrm>
          <a:prstGeom prst="line">
            <a:avLst/>
          </a:prstGeom>
          <a:noFill/>
          <a:ln w="19050">
            <a:solidFill>
              <a:srgbClr val="3F3F3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Shape 24"/>
          <p:cNvSpPr/>
          <p:nvPr/>
        </p:nvSpPr>
        <p:spPr>
          <a:xfrm>
            <a:off x="3813475" y="1691640"/>
            <a:ext cx="1" cy="1609326"/>
          </a:xfrm>
          <a:prstGeom prst="line">
            <a:avLst/>
          </a:prstGeom>
          <a:noFill/>
          <a:ln w="19050">
            <a:solidFill>
              <a:srgbClr val="3F3F3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Shape 25"/>
          <p:cNvSpPr/>
          <p:nvPr/>
        </p:nvSpPr>
        <p:spPr>
          <a:xfrm>
            <a:off x="3813474" y="1691640"/>
            <a:ext cx="635081" cy="0"/>
          </a:xfrm>
          <a:prstGeom prst="line">
            <a:avLst/>
          </a:prstGeom>
          <a:noFill/>
          <a:ln w="19050">
            <a:solidFill>
              <a:srgbClr val="3F3F3F"/>
            </a:solidFill>
            <a:prstDash val="solid"/>
            <a:tailEnd type="triangle"/>
          </a:ln>
        </p:spPr>
        <p:txBody>
          <a:bodyPr/>
          <a:lstStyle/>
          <a:p>
            <a:endParaRPr lang="en-DE"/>
          </a:p>
        </p:txBody>
      </p:sp>
      <p:sp>
        <p:nvSpPr>
          <p:cNvPr id="28" name="Text 26"/>
          <p:cNvSpPr txBox="1"/>
          <p:nvPr/>
        </p:nvSpPr>
        <p:spPr>
          <a:xfrm>
            <a:off x="2777590" y="227685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</a:t>
            </a:r>
            <a:endParaRPr lang="en-US" sz="1000" dirty="0"/>
          </a:p>
          <a:p>
            <a:pPr marL="0" indent="0" algn="r">
              <a:lnSpc>
                <a:spcPct val="9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84248" y="548640"/>
            <a:ext cx="8229600" cy="2331720"/>
          </a:xfrm>
          <a:prstGeom prst="roundRect">
            <a:avLst>
              <a:gd name="adj" fmla="val 1569"/>
            </a:avLst>
          </a:prstGeom>
          <a:solidFill>
            <a:srgbClr val="F5F9FD"/>
          </a:solidFill>
          <a:ln w="19050">
            <a:solidFill>
              <a:srgbClr val="2E5F8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 txBox="1"/>
          <p:nvPr/>
        </p:nvSpPr>
        <p:spPr>
          <a:xfrm>
            <a:off x="2167128" y="667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TransactionStore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67128" y="10332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 (list, file order)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67128" y="1289304"/>
            <a:ext cx="78638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CE4"/>
            </a:solidFill>
          </a:ln>
        </p:spPr>
        <p:txBody>
          <a:bodyPr wrap="square" lIns="88900" tIns="88900" rIns="88900" bIns="889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Transaction, Transaction, ... 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167128" y="17647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transactions_by_account  (dictionary)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67128" y="2020824"/>
            <a:ext cx="7863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8CCE4"/>
            </a:solidFill>
          </a:ln>
        </p:spPr>
        <p:txBody>
          <a:bodyPr wrap="square" lIns="88900" tIns="88900" rIns="88900" bIns="889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"A10025": [ Transaction, Transaction ],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"A20318": [ Transaction ] 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84248" y="3154680"/>
            <a:ext cx="8229600" cy="1325880"/>
          </a:xfrm>
          <a:prstGeom prst="roundRect">
            <a:avLst>
              <a:gd name="adj" fmla="val 2759"/>
            </a:avLst>
          </a:prstGeom>
          <a:solidFill>
            <a:srgbClr val="FDF6F5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 txBox="1"/>
          <p:nvPr/>
        </p:nvSpPr>
        <p:spPr>
          <a:xfrm>
            <a:off x="2167128" y="32735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AlertStore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167128" y="36393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 (list, kept apart from the data)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67128" y="3895344"/>
            <a:ext cx="7863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8CCE4"/>
            </a:solidFill>
          </a:ln>
        </p:spPr>
        <p:txBody>
          <a:bodyPr wrap="square" lIns="88900" tIns="88900" rIns="88900" bIns="889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Alert(RULE_1, A10025), Alert(RULE_2, ...) 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84248" y="4754880"/>
            <a:ext cx="8229600" cy="1371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 txBox="1"/>
          <p:nvPr/>
        </p:nvSpPr>
        <p:spPr>
          <a:xfrm>
            <a:off x="2167128" y="48737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Transaction object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167128" y="523951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       datetime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account_id      str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       str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58968" y="523951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transaction_id  str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          float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         str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2194</TotalTime>
  <Words>139</Words>
  <Application>Microsoft Macintosh PowerPoint</Application>
  <PresentationFormat>Widescreen</PresentationFormat>
  <Paragraphs>34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Courier New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ICT703 Task 2 - Diagramme</dc:title>
  <dc:subject>PptxGenJS Presentation</dc:subject>
  <dc:creator>Adam Heier</dc:creator>
  <cp:lastModifiedBy>Adam Heier</cp:lastModifiedBy>
  <cp:revision>2</cp:revision>
  <dcterms:created xsi:type="dcterms:W3CDTF">2026-09-20T04:59:02Z</dcterms:created>
  <dcterms:modified xsi:type="dcterms:W3CDTF">2026-09-24T23:36:06Z</dcterms:modified>
</cp:coreProperties>
</file>