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4"/>
  </p:sldMasterIdLst>
  <p:notesMasterIdLst>
    <p:notesMasterId r:id="rId28"/>
  </p:notesMasterIdLst>
  <p:handoutMasterIdLst>
    <p:handoutMasterId r:id="rId29"/>
  </p:handoutMasterIdLst>
  <p:sldIdLst>
    <p:sldId id="256" r:id="rId5"/>
    <p:sldId id="354" r:id="rId6"/>
    <p:sldId id="310" r:id="rId7"/>
    <p:sldId id="397" r:id="rId8"/>
    <p:sldId id="311" r:id="rId9"/>
    <p:sldId id="370" r:id="rId10"/>
    <p:sldId id="371" r:id="rId11"/>
    <p:sldId id="312" r:id="rId12"/>
    <p:sldId id="313" r:id="rId13"/>
    <p:sldId id="314" r:id="rId14"/>
    <p:sldId id="315" r:id="rId15"/>
    <p:sldId id="316" r:id="rId16"/>
    <p:sldId id="372" r:id="rId17"/>
    <p:sldId id="373" r:id="rId18"/>
    <p:sldId id="338" r:id="rId19"/>
    <p:sldId id="398" r:id="rId20"/>
    <p:sldId id="399" r:id="rId21"/>
    <p:sldId id="400" r:id="rId22"/>
    <p:sldId id="401" r:id="rId23"/>
    <p:sldId id="402" r:id="rId24"/>
    <p:sldId id="403" r:id="rId25"/>
    <p:sldId id="404" r:id="rId26"/>
    <p:sldId id="405" r:id="rId27"/>
  </p:sldIdLst>
  <p:sldSz cx="9144000" cy="6858000" type="screen4x3"/>
  <p:notesSz cx="9372600" cy="70866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Nanette Stillwell" initials="NBS" lastIdx="5" clrIdx="0"/>
  <p:cmAuthor id="1" name="Gerald Titchener" initials="GT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FA9"/>
    <a:srgbClr val="1B70A5"/>
    <a:srgbClr val="FFFFFF"/>
    <a:srgbClr val="96CDEE"/>
    <a:srgbClr val="0F3F5D"/>
    <a:srgbClr val="01773A"/>
    <a:srgbClr val="156B13"/>
    <a:srgbClr val="008000"/>
    <a:srgbClr val="F20000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606B7D-E164-455E-93DA-A95B3D2D8A8B}" v="15" dt="2022-08-07T23:19:27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12" autoAdjust="0"/>
    <p:restoredTop sz="96408" autoAdjust="0"/>
  </p:normalViewPr>
  <p:slideViewPr>
    <p:cSldViewPr>
      <p:cViewPr varScale="1">
        <p:scale>
          <a:sx n="106" d="100"/>
          <a:sy n="106" d="100"/>
        </p:scale>
        <p:origin x="1596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47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2016" y="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Lang" userId="fe72763d-3229-405d-97e2-fc50bf7354ed" providerId="ADAL" clId="{25606B7D-E164-455E-93DA-A95B3D2D8A8B}"/>
    <pc:docChg chg="undo custSel addSld delSld modSld sldOrd">
      <pc:chgData name="Andrew Lang" userId="fe72763d-3229-405d-97e2-fc50bf7354ed" providerId="ADAL" clId="{25606B7D-E164-455E-93DA-A95B3D2D8A8B}" dt="2022-08-08T03:59:45.895" v="645"/>
      <pc:docMkLst>
        <pc:docMk/>
      </pc:docMkLst>
      <pc:sldChg chg="modSp mod">
        <pc:chgData name="Andrew Lang" userId="fe72763d-3229-405d-97e2-fc50bf7354ed" providerId="ADAL" clId="{25606B7D-E164-455E-93DA-A95B3D2D8A8B}" dt="2022-08-04T02:21:38.846" v="20" actId="6549"/>
        <pc:sldMkLst>
          <pc:docMk/>
          <pc:sldMk cId="3699752921" sldId="256"/>
        </pc:sldMkLst>
        <pc:spChg chg="mod">
          <ac:chgData name="Andrew Lang" userId="fe72763d-3229-405d-97e2-fc50bf7354ed" providerId="ADAL" clId="{25606B7D-E164-455E-93DA-A95B3D2D8A8B}" dt="2022-08-04T02:21:27.608" v="12" actId="20577"/>
          <ac:spMkLst>
            <pc:docMk/>
            <pc:sldMk cId="3699752921" sldId="256"/>
            <ac:spMk id="2" creationId="{00000000-0000-0000-0000-000000000000}"/>
          </ac:spMkLst>
        </pc:spChg>
        <pc:spChg chg="mod">
          <ac:chgData name="Andrew Lang" userId="fe72763d-3229-405d-97e2-fc50bf7354ed" providerId="ADAL" clId="{25606B7D-E164-455E-93DA-A95B3D2D8A8B}" dt="2022-08-04T02:21:38.846" v="20" actId="6549"/>
          <ac:spMkLst>
            <pc:docMk/>
            <pc:sldMk cId="3699752921" sldId="256"/>
            <ac:spMk id="3" creationId="{00000000-0000-0000-0000-000000000000}"/>
          </ac:spMkLst>
        </pc:spChg>
      </pc:sldChg>
      <pc:sldChg chg="modSp mod">
        <pc:chgData name="Andrew Lang" userId="fe72763d-3229-405d-97e2-fc50bf7354ed" providerId="ADAL" clId="{25606B7D-E164-455E-93DA-A95B3D2D8A8B}" dt="2022-08-04T02:26:28.941" v="92" actId="6549"/>
        <pc:sldMkLst>
          <pc:docMk/>
          <pc:sldMk cId="4113908270" sldId="310"/>
        </pc:sldMkLst>
        <pc:spChg chg="mod">
          <ac:chgData name="Andrew Lang" userId="fe72763d-3229-405d-97e2-fc50bf7354ed" providerId="ADAL" clId="{25606B7D-E164-455E-93DA-A95B3D2D8A8B}" dt="2022-08-04T02:26:28.941" v="92" actId="6549"/>
          <ac:spMkLst>
            <pc:docMk/>
            <pc:sldMk cId="4113908270" sldId="310"/>
            <ac:spMk id="2" creationId="{00000000-0000-0000-0000-000000000000}"/>
          </ac:spMkLst>
        </pc:spChg>
        <pc:spChg chg="mod">
          <ac:chgData name="Andrew Lang" userId="fe72763d-3229-405d-97e2-fc50bf7354ed" providerId="ADAL" clId="{25606B7D-E164-455E-93DA-A95B3D2D8A8B}" dt="2022-08-04T02:26:24.249" v="91" actId="20577"/>
          <ac:spMkLst>
            <pc:docMk/>
            <pc:sldMk cId="4113908270" sldId="310"/>
            <ac:spMk id="3" creationId="{00000000-0000-0000-0000-000000000000}"/>
          </ac:spMkLst>
        </pc:spChg>
      </pc:sldChg>
      <pc:sldChg chg="modSp mod">
        <pc:chgData name="Andrew Lang" userId="fe72763d-3229-405d-97e2-fc50bf7354ed" providerId="ADAL" clId="{25606B7D-E164-455E-93DA-A95B3D2D8A8B}" dt="2022-08-04T02:28:37.493" v="115" actId="20577"/>
        <pc:sldMkLst>
          <pc:docMk/>
          <pc:sldMk cId="3759536226" sldId="312"/>
        </pc:sldMkLst>
        <pc:spChg chg="mod">
          <ac:chgData name="Andrew Lang" userId="fe72763d-3229-405d-97e2-fc50bf7354ed" providerId="ADAL" clId="{25606B7D-E164-455E-93DA-A95B3D2D8A8B}" dt="2022-08-04T02:28:37.493" v="115" actId="20577"/>
          <ac:spMkLst>
            <pc:docMk/>
            <pc:sldMk cId="3759536226" sldId="312"/>
            <ac:spMk id="6" creationId="{00000000-0000-0000-0000-000000000000}"/>
          </ac:spMkLst>
        </pc:spChg>
      </pc:sldChg>
      <pc:sldChg chg="del">
        <pc:chgData name="Andrew Lang" userId="fe72763d-3229-405d-97e2-fc50bf7354ed" providerId="ADAL" clId="{25606B7D-E164-455E-93DA-A95B3D2D8A8B}" dt="2022-08-07T22:41:55.160" v="164" actId="47"/>
        <pc:sldMkLst>
          <pc:docMk/>
          <pc:sldMk cId="431485827" sldId="317"/>
        </pc:sldMkLst>
      </pc:sldChg>
      <pc:sldChg chg="del">
        <pc:chgData name="Andrew Lang" userId="fe72763d-3229-405d-97e2-fc50bf7354ed" providerId="ADAL" clId="{25606B7D-E164-455E-93DA-A95B3D2D8A8B}" dt="2022-08-07T22:41:57.180" v="165" actId="47"/>
        <pc:sldMkLst>
          <pc:docMk/>
          <pc:sldMk cId="1836074496" sldId="318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2101087410" sldId="323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3418984170" sldId="324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2598547892" sldId="325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2647988328" sldId="328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544960129" sldId="330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862449647" sldId="331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2095712801" sldId="332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901904383" sldId="336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3542849203" sldId="337"/>
        </pc:sldMkLst>
      </pc:sldChg>
      <pc:sldChg chg="del">
        <pc:chgData name="Andrew Lang" userId="fe72763d-3229-405d-97e2-fc50bf7354ed" providerId="ADAL" clId="{25606B7D-E164-455E-93DA-A95B3D2D8A8B}" dt="2022-08-07T22:42:14.742" v="166" actId="47"/>
        <pc:sldMkLst>
          <pc:docMk/>
          <pc:sldMk cId="983708832" sldId="339"/>
        </pc:sldMkLst>
      </pc:sldChg>
      <pc:sldChg chg="modSp del mod">
        <pc:chgData name="Andrew Lang" userId="fe72763d-3229-405d-97e2-fc50bf7354ed" providerId="ADAL" clId="{25606B7D-E164-455E-93DA-A95B3D2D8A8B}" dt="2022-08-07T22:42:14.742" v="166" actId="47"/>
        <pc:sldMkLst>
          <pc:docMk/>
          <pc:sldMk cId="3681823272" sldId="342"/>
        </pc:sldMkLst>
        <pc:spChg chg="mod">
          <ac:chgData name="Andrew Lang" userId="fe72763d-3229-405d-97e2-fc50bf7354ed" providerId="ADAL" clId="{25606B7D-E164-455E-93DA-A95B3D2D8A8B}" dt="2022-08-04T03:48:31.604" v="131" actId="6549"/>
          <ac:spMkLst>
            <pc:docMk/>
            <pc:sldMk cId="3681823272" sldId="342"/>
            <ac:spMk id="6" creationId="{00000000-0000-0000-0000-000000000000}"/>
          </ac:spMkLst>
        </pc:spChg>
      </pc:sldChg>
      <pc:sldChg chg="modSp del mod">
        <pc:chgData name="Andrew Lang" userId="fe72763d-3229-405d-97e2-fc50bf7354ed" providerId="ADAL" clId="{25606B7D-E164-455E-93DA-A95B3D2D8A8B}" dt="2022-08-07T22:42:23.608" v="167" actId="47"/>
        <pc:sldMkLst>
          <pc:docMk/>
          <pc:sldMk cId="1203015702" sldId="344"/>
        </pc:sldMkLst>
        <pc:spChg chg="mod">
          <ac:chgData name="Andrew Lang" userId="fe72763d-3229-405d-97e2-fc50bf7354ed" providerId="ADAL" clId="{25606B7D-E164-455E-93DA-A95B3D2D8A8B}" dt="2022-08-04T03:49:12.796" v="140" actId="6549"/>
          <ac:spMkLst>
            <pc:docMk/>
            <pc:sldMk cId="1203015702" sldId="344"/>
            <ac:spMk id="6" creationId="{00000000-0000-0000-0000-000000000000}"/>
          </ac:spMkLst>
        </pc:spChg>
      </pc:sldChg>
      <pc:sldChg chg="modSp del mod">
        <pc:chgData name="Andrew Lang" userId="fe72763d-3229-405d-97e2-fc50bf7354ed" providerId="ADAL" clId="{25606B7D-E164-455E-93DA-A95B3D2D8A8B}" dt="2022-08-07T22:42:23.608" v="167" actId="47"/>
        <pc:sldMkLst>
          <pc:docMk/>
          <pc:sldMk cId="285187691" sldId="345"/>
        </pc:sldMkLst>
        <pc:spChg chg="mod">
          <ac:chgData name="Andrew Lang" userId="fe72763d-3229-405d-97e2-fc50bf7354ed" providerId="ADAL" clId="{25606B7D-E164-455E-93DA-A95B3D2D8A8B}" dt="2022-08-04T03:49:38.607" v="145" actId="20577"/>
          <ac:spMkLst>
            <pc:docMk/>
            <pc:sldMk cId="285187691" sldId="345"/>
            <ac:spMk id="6" creationId="{00000000-0000-0000-0000-000000000000}"/>
          </ac:spMkLst>
        </pc:spChg>
      </pc:sldChg>
      <pc:sldChg chg="modSp mod">
        <pc:chgData name="Andrew Lang" userId="fe72763d-3229-405d-97e2-fc50bf7354ed" providerId="ADAL" clId="{25606B7D-E164-455E-93DA-A95B3D2D8A8B}" dt="2022-08-07T22:32:41.109" v="146" actId="20577"/>
        <pc:sldMkLst>
          <pc:docMk/>
          <pc:sldMk cId="3614390042" sldId="354"/>
        </pc:sldMkLst>
        <pc:spChg chg="mod">
          <ac:chgData name="Andrew Lang" userId="fe72763d-3229-405d-97e2-fc50bf7354ed" providerId="ADAL" clId="{25606B7D-E164-455E-93DA-A95B3D2D8A8B}" dt="2022-08-07T22:32:41.109" v="146" actId="20577"/>
          <ac:spMkLst>
            <pc:docMk/>
            <pc:sldMk cId="3614390042" sldId="354"/>
            <ac:spMk id="3" creationId="{00000000-0000-0000-0000-000000000000}"/>
          </ac:spMkLst>
        </pc:spChg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2480805560" sldId="355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855401955" sldId="356"/>
        </pc:sldMkLst>
      </pc:sldChg>
      <pc:sldChg chg="del">
        <pc:chgData name="Andrew Lang" userId="fe72763d-3229-405d-97e2-fc50bf7354ed" providerId="ADAL" clId="{25606B7D-E164-455E-93DA-A95B3D2D8A8B}" dt="2022-08-07T22:41:33.799" v="161" actId="47"/>
        <pc:sldMkLst>
          <pc:docMk/>
          <pc:sldMk cId="3512614719" sldId="357"/>
        </pc:sldMkLst>
      </pc:sldChg>
      <pc:sldChg chg="modSp del mod">
        <pc:chgData name="Andrew Lang" userId="fe72763d-3229-405d-97e2-fc50bf7354ed" providerId="ADAL" clId="{25606B7D-E164-455E-93DA-A95B3D2D8A8B}" dt="2022-08-04T03:42:44.067" v="119" actId="47"/>
        <pc:sldMkLst>
          <pc:docMk/>
          <pc:sldMk cId="4010520394" sldId="369"/>
        </pc:sldMkLst>
        <pc:spChg chg="mod">
          <ac:chgData name="Andrew Lang" userId="fe72763d-3229-405d-97e2-fc50bf7354ed" providerId="ADAL" clId="{25606B7D-E164-455E-93DA-A95B3D2D8A8B}" dt="2022-08-04T03:42:33.303" v="118" actId="6549"/>
          <ac:spMkLst>
            <pc:docMk/>
            <pc:sldMk cId="4010520394" sldId="369"/>
            <ac:spMk id="3" creationId="{00000000-0000-0000-0000-000000000000}"/>
          </ac:spMkLst>
        </pc:spChg>
      </pc:sldChg>
      <pc:sldChg chg="delSp modSp mod ord">
        <pc:chgData name="Andrew Lang" userId="fe72763d-3229-405d-97e2-fc50bf7354ed" providerId="ADAL" clId="{25606B7D-E164-455E-93DA-A95B3D2D8A8B}" dt="2022-08-08T03:59:38.973" v="643"/>
        <pc:sldMkLst>
          <pc:docMk/>
          <pc:sldMk cId="2605765322" sldId="370"/>
        </pc:sldMkLst>
        <pc:spChg chg="mod">
          <ac:chgData name="Andrew Lang" userId="fe72763d-3229-405d-97e2-fc50bf7354ed" providerId="ADAL" clId="{25606B7D-E164-455E-93DA-A95B3D2D8A8B}" dt="2022-08-07T22:39:55.953" v="159" actId="20577"/>
          <ac:spMkLst>
            <pc:docMk/>
            <pc:sldMk cId="2605765322" sldId="370"/>
            <ac:spMk id="4" creationId="{00000000-0000-0000-0000-000000000000}"/>
          </ac:spMkLst>
        </pc:spChg>
        <pc:spChg chg="del mod">
          <ac:chgData name="Andrew Lang" userId="fe72763d-3229-405d-97e2-fc50bf7354ed" providerId="ADAL" clId="{25606B7D-E164-455E-93DA-A95B3D2D8A8B}" dt="2022-08-07T22:39:31.348" v="157" actId="478"/>
          <ac:spMkLst>
            <pc:docMk/>
            <pc:sldMk cId="2605765322" sldId="370"/>
            <ac:spMk id="6" creationId="{00000000-0000-0000-0000-000000000000}"/>
          </ac:spMkLst>
        </pc:spChg>
        <pc:spChg chg="mod">
          <ac:chgData name="Andrew Lang" userId="fe72763d-3229-405d-97e2-fc50bf7354ed" providerId="ADAL" clId="{25606B7D-E164-455E-93DA-A95B3D2D8A8B}" dt="2022-08-07T22:39:36.319" v="158" actId="20577"/>
          <ac:spMkLst>
            <pc:docMk/>
            <pc:sldMk cId="2605765322" sldId="370"/>
            <ac:spMk id="8" creationId="{00000000-0000-0000-0000-000000000000}"/>
          </ac:spMkLst>
        </pc:spChg>
      </pc:sldChg>
      <pc:sldChg chg="ord">
        <pc:chgData name="Andrew Lang" userId="fe72763d-3229-405d-97e2-fc50bf7354ed" providerId="ADAL" clId="{25606B7D-E164-455E-93DA-A95B3D2D8A8B}" dt="2022-08-08T03:59:45.895" v="645"/>
        <pc:sldMkLst>
          <pc:docMk/>
          <pc:sldMk cId="1734961098" sldId="371"/>
        </pc:sldMkLst>
      </pc:sldChg>
      <pc:sldChg chg="modSp mod">
        <pc:chgData name="Andrew Lang" userId="fe72763d-3229-405d-97e2-fc50bf7354ed" providerId="ADAL" clId="{25606B7D-E164-455E-93DA-A95B3D2D8A8B}" dt="2022-08-07T22:40:30.056" v="160" actId="1076"/>
        <pc:sldMkLst>
          <pc:docMk/>
          <pc:sldMk cId="148701599" sldId="372"/>
        </pc:sldMkLst>
        <pc:spChg chg="mod">
          <ac:chgData name="Andrew Lang" userId="fe72763d-3229-405d-97e2-fc50bf7354ed" providerId="ADAL" clId="{25606B7D-E164-455E-93DA-A95B3D2D8A8B}" dt="2022-08-07T22:40:30.056" v="160" actId="1076"/>
          <ac:spMkLst>
            <pc:docMk/>
            <pc:sldMk cId="148701599" sldId="372"/>
            <ac:spMk id="6" creationId="{00000000-0000-0000-0000-000000000000}"/>
          </ac:spMkLst>
        </pc:spChg>
      </pc:sldChg>
      <pc:sldChg chg="modSp del mod">
        <pc:chgData name="Andrew Lang" userId="fe72763d-3229-405d-97e2-fc50bf7354ed" providerId="ADAL" clId="{25606B7D-E164-455E-93DA-A95B3D2D8A8B}" dt="2022-08-07T22:41:46.074" v="162" actId="47"/>
        <pc:sldMkLst>
          <pc:docMk/>
          <pc:sldMk cId="3407653802" sldId="374"/>
        </pc:sldMkLst>
        <pc:spChg chg="mod">
          <ac:chgData name="Andrew Lang" userId="fe72763d-3229-405d-97e2-fc50bf7354ed" providerId="ADAL" clId="{25606B7D-E164-455E-93DA-A95B3D2D8A8B}" dt="2022-08-04T03:44:21.361" v="125" actId="20577"/>
          <ac:spMkLst>
            <pc:docMk/>
            <pc:sldMk cId="3407653802" sldId="374"/>
            <ac:spMk id="3" creationId="{00000000-0000-0000-0000-000000000000}"/>
          </ac:spMkLst>
        </pc:spChg>
      </pc:sldChg>
      <pc:sldChg chg="del">
        <pc:chgData name="Andrew Lang" userId="fe72763d-3229-405d-97e2-fc50bf7354ed" providerId="ADAL" clId="{25606B7D-E164-455E-93DA-A95B3D2D8A8B}" dt="2022-08-07T22:41:48.758" v="163" actId="47"/>
        <pc:sldMkLst>
          <pc:docMk/>
          <pc:sldMk cId="581673759" sldId="375"/>
        </pc:sldMkLst>
      </pc:sldChg>
      <pc:sldChg chg="modSp add mod">
        <pc:chgData name="Andrew Lang" userId="fe72763d-3229-405d-97e2-fc50bf7354ed" providerId="ADAL" clId="{25606B7D-E164-455E-93DA-A95B3D2D8A8B}" dt="2022-08-07T22:33:04.216" v="156" actId="20577"/>
        <pc:sldMkLst>
          <pc:docMk/>
          <pc:sldMk cId="3626349303" sldId="397"/>
        </pc:sldMkLst>
        <pc:spChg chg="mod">
          <ac:chgData name="Andrew Lang" userId="fe72763d-3229-405d-97e2-fc50bf7354ed" providerId="ADAL" clId="{25606B7D-E164-455E-93DA-A95B3D2D8A8B}" dt="2022-08-07T22:33:04.216" v="156" actId="20577"/>
          <ac:spMkLst>
            <pc:docMk/>
            <pc:sldMk cId="3626349303" sldId="397"/>
            <ac:spMk id="6" creationId="{463EA22A-BB02-0842-28D4-EDB294588B18}"/>
          </ac:spMkLst>
        </pc:spChg>
      </pc:sldChg>
      <pc:sldChg chg="modSp add mod">
        <pc:chgData name="Andrew Lang" userId="fe72763d-3229-405d-97e2-fc50bf7354ed" providerId="ADAL" clId="{25606B7D-E164-455E-93DA-A95B3D2D8A8B}" dt="2022-08-07T22:44:09.478" v="179" actId="5793"/>
        <pc:sldMkLst>
          <pc:docMk/>
          <pc:sldMk cId="4129710059" sldId="398"/>
        </pc:sldMkLst>
        <pc:spChg chg="mod">
          <ac:chgData name="Andrew Lang" userId="fe72763d-3229-405d-97e2-fc50bf7354ed" providerId="ADAL" clId="{25606B7D-E164-455E-93DA-A95B3D2D8A8B}" dt="2022-08-07T22:43:29.034" v="169"/>
          <ac:spMkLst>
            <pc:docMk/>
            <pc:sldMk cId="4129710059" sldId="398"/>
            <ac:spMk id="2" creationId="{00000000-0000-0000-0000-000000000000}"/>
          </ac:spMkLst>
        </pc:spChg>
        <pc:spChg chg="mod">
          <ac:chgData name="Andrew Lang" userId="fe72763d-3229-405d-97e2-fc50bf7354ed" providerId="ADAL" clId="{25606B7D-E164-455E-93DA-A95B3D2D8A8B}" dt="2022-08-07T22:44:09.478" v="179" actId="5793"/>
          <ac:spMkLst>
            <pc:docMk/>
            <pc:sldMk cId="4129710059" sldId="398"/>
            <ac:spMk id="3" creationId="{00000000-0000-0000-0000-000000000000}"/>
          </ac:spMkLst>
        </pc:spChg>
      </pc:sldChg>
      <pc:sldChg chg="addSp delSp modSp add mod">
        <pc:chgData name="Andrew Lang" userId="fe72763d-3229-405d-97e2-fc50bf7354ed" providerId="ADAL" clId="{25606B7D-E164-455E-93DA-A95B3D2D8A8B}" dt="2022-08-07T22:47:17.570" v="201" actId="1076"/>
        <pc:sldMkLst>
          <pc:docMk/>
          <pc:sldMk cId="2402837666" sldId="399"/>
        </pc:sldMkLst>
        <pc:spChg chg="del">
          <ac:chgData name="Andrew Lang" userId="fe72763d-3229-405d-97e2-fc50bf7354ed" providerId="ADAL" clId="{25606B7D-E164-455E-93DA-A95B3D2D8A8B}" dt="2022-08-07T22:44:42.680" v="181" actId="478"/>
          <ac:spMkLst>
            <pc:docMk/>
            <pc:sldMk cId="2402837666" sldId="399"/>
            <ac:spMk id="3" creationId="{00000000-0000-0000-0000-000000000000}"/>
          </ac:spMkLst>
        </pc:spChg>
        <pc:spChg chg="add mod">
          <ac:chgData name="Andrew Lang" userId="fe72763d-3229-405d-97e2-fc50bf7354ed" providerId="ADAL" clId="{25606B7D-E164-455E-93DA-A95B3D2D8A8B}" dt="2022-08-07T22:45:02.208" v="187" actId="403"/>
          <ac:spMkLst>
            <pc:docMk/>
            <pc:sldMk cId="2402837666" sldId="399"/>
            <ac:spMk id="4" creationId="{FB137BFA-DC13-1FFE-5759-679F783C39F5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6" creationId="{81DEEA44-2B7F-2F20-9260-27C61EBE5EF9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7" creationId="{B24EE32F-4112-2D20-AC3C-784B3C80BE89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9" creationId="{FF875AF8-5E13-811A-7210-76DB9D55B97A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10" creationId="{EB78280F-1DFC-EF92-E7A7-7B4A5983C8DB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12" creationId="{803D4A68-131C-0439-6AE3-D88536BFAB02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13" creationId="{42A9DB45-E770-554A-EA04-ACCB121012DD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15" creationId="{3FA2D732-DA8B-0C2A-98CB-CCA6A7ECBE77}"/>
          </ac:spMkLst>
        </pc:spChg>
        <pc:spChg chg="mod">
          <ac:chgData name="Andrew Lang" userId="fe72763d-3229-405d-97e2-fc50bf7354ed" providerId="ADAL" clId="{25606B7D-E164-455E-93DA-A95B3D2D8A8B}" dt="2022-08-07T22:47:13.442" v="200" actId="208"/>
          <ac:spMkLst>
            <pc:docMk/>
            <pc:sldMk cId="2402837666" sldId="399"/>
            <ac:spMk id="16" creationId="{DA1E85E0-D378-F97C-092A-78A4560CE1C6}"/>
          </ac:spMkLst>
        </pc:spChg>
        <pc:grpChg chg="add mod">
          <ac:chgData name="Andrew Lang" userId="fe72763d-3229-405d-97e2-fc50bf7354ed" providerId="ADAL" clId="{25606B7D-E164-455E-93DA-A95B3D2D8A8B}" dt="2022-08-07T22:45:05.501" v="188" actId="1076"/>
          <ac:grpSpMkLst>
            <pc:docMk/>
            <pc:sldMk cId="2402837666" sldId="399"/>
            <ac:grpSpMk id="5" creationId="{FE3C6908-730B-E36D-B479-2C1EE93C74F0}"/>
          </ac:grpSpMkLst>
        </pc:grpChg>
        <pc:grpChg chg="add mod">
          <ac:chgData name="Andrew Lang" userId="fe72763d-3229-405d-97e2-fc50bf7354ed" providerId="ADAL" clId="{25606B7D-E164-455E-93DA-A95B3D2D8A8B}" dt="2022-08-07T22:45:15.989" v="190" actId="1076"/>
          <ac:grpSpMkLst>
            <pc:docMk/>
            <pc:sldMk cId="2402837666" sldId="399"/>
            <ac:grpSpMk id="8" creationId="{0C2D630F-F5A2-3D55-6F42-D6F5EE423F3E}"/>
          </ac:grpSpMkLst>
        </pc:grpChg>
        <pc:grpChg chg="add mod">
          <ac:chgData name="Andrew Lang" userId="fe72763d-3229-405d-97e2-fc50bf7354ed" providerId="ADAL" clId="{25606B7D-E164-455E-93DA-A95B3D2D8A8B}" dt="2022-08-07T22:47:17.570" v="201" actId="1076"/>
          <ac:grpSpMkLst>
            <pc:docMk/>
            <pc:sldMk cId="2402837666" sldId="399"/>
            <ac:grpSpMk id="11" creationId="{B896AA7D-12CE-93AB-2836-733CD3D64C86}"/>
          </ac:grpSpMkLst>
        </pc:grpChg>
        <pc:grpChg chg="add mod">
          <ac:chgData name="Andrew Lang" userId="fe72763d-3229-405d-97e2-fc50bf7354ed" providerId="ADAL" clId="{25606B7D-E164-455E-93DA-A95B3D2D8A8B}" dt="2022-08-07T22:46:37.796" v="198" actId="1076"/>
          <ac:grpSpMkLst>
            <pc:docMk/>
            <pc:sldMk cId="2402837666" sldId="399"/>
            <ac:grpSpMk id="14" creationId="{71D77567-F71C-5B08-EEA8-DCDB9D04B1DA}"/>
          </ac:grpSpMkLst>
        </pc:grpChg>
      </pc:sldChg>
      <pc:sldChg chg="addSp delSp modSp add mod ord">
        <pc:chgData name="Andrew Lang" userId="fe72763d-3229-405d-97e2-fc50bf7354ed" providerId="ADAL" clId="{25606B7D-E164-455E-93DA-A95B3D2D8A8B}" dt="2022-08-07T22:50:58.898" v="301" actId="403"/>
        <pc:sldMkLst>
          <pc:docMk/>
          <pc:sldMk cId="167842980" sldId="400"/>
        </pc:sldMkLst>
        <pc:spChg chg="mod">
          <ac:chgData name="Andrew Lang" userId="fe72763d-3229-405d-97e2-fc50bf7354ed" providerId="ADAL" clId="{25606B7D-E164-455E-93DA-A95B3D2D8A8B}" dt="2022-08-07T22:48:45.728" v="206" actId="6549"/>
          <ac:spMkLst>
            <pc:docMk/>
            <pc:sldMk cId="167842980" sldId="400"/>
            <ac:spMk id="2" creationId="{00000000-0000-0000-0000-000000000000}"/>
          </ac:spMkLst>
        </pc:spChg>
        <pc:spChg chg="add del mod">
          <ac:chgData name="Andrew Lang" userId="fe72763d-3229-405d-97e2-fc50bf7354ed" providerId="ADAL" clId="{25606B7D-E164-455E-93DA-A95B3D2D8A8B}" dt="2022-08-07T22:50:58.898" v="301" actId="403"/>
          <ac:spMkLst>
            <pc:docMk/>
            <pc:sldMk cId="167842980" sldId="400"/>
            <ac:spMk id="3" creationId="{00000000-0000-0000-0000-000000000000}"/>
          </ac:spMkLst>
        </pc:spChg>
        <pc:spChg chg="add del mod">
          <ac:chgData name="Andrew Lang" userId="fe72763d-3229-405d-97e2-fc50bf7354ed" providerId="ADAL" clId="{25606B7D-E164-455E-93DA-A95B3D2D8A8B}" dt="2022-08-07T22:48:57.868" v="210"/>
          <ac:spMkLst>
            <pc:docMk/>
            <pc:sldMk cId="167842980" sldId="400"/>
            <ac:spMk id="4" creationId="{0158851E-F6B9-23CC-1121-E8873FD133A8}"/>
          </ac:spMkLst>
        </pc:spChg>
      </pc:sldChg>
      <pc:sldChg chg="modSp add mod">
        <pc:chgData name="Andrew Lang" userId="fe72763d-3229-405d-97e2-fc50bf7354ed" providerId="ADAL" clId="{25606B7D-E164-455E-93DA-A95B3D2D8A8B}" dt="2022-08-07T22:52:36.789" v="330" actId="403"/>
        <pc:sldMkLst>
          <pc:docMk/>
          <pc:sldMk cId="2364308384" sldId="401"/>
        </pc:sldMkLst>
        <pc:spChg chg="mod">
          <ac:chgData name="Andrew Lang" userId="fe72763d-3229-405d-97e2-fc50bf7354ed" providerId="ADAL" clId="{25606B7D-E164-455E-93DA-A95B3D2D8A8B}" dt="2022-08-07T22:51:58.369" v="315" actId="20577"/>
          <ac:spMkLst>
            <pc:docMk/>
            <pc:sldMk cId="2364308384" sldId="401"/>
            <ac:spMk id="2" creationId="{00000000-0000-0000-0000-000000000000}"/>
          </ac:spMkLst>
        </pc:spChg>
        <pc:spChg chg="mod">
          <ac:chgData name="Andrew Lang" userId="fe72763d-3229-405d-97e2-fc50bf7354ed" providerId="ADAL" clId="{25606B7D-E164-455E-93DA-A95B3D2D8A8B}" dt="2022-08-07T22:52:36.789" v="330" actId="403"/>
          <ac:spMkLst>
            <pc:docMk/>
            <pc:sldMk cId="2364308384" sldId="401"/>
            <ac:spMk id="3" creationId="{00000000-0000-0000-0000-000000000000}"/>
          </ac:spMkLst>
        </pc:spChg>
      </pc:sldChg>
      <pc:sldChg chg="addSp delSp modSp add mod">
        <pc:chgData name="Andrew Lang" userId="fe72763d-3229-405d-97e2-fc50bf7354ed" providerId="ADAL" clId="{25606B7D-E164-455E-93DA-A95B3D2D8A8B}" dt="2022-08-07T22:55:25.405" v="402" actId="6549"/>
        <pc:sldMkLst>
          <pc:docMk/>
          <pc:sldMk cId="1983460362" sldId="402"/>
        </pc:sldMkLst>
        <pc:spChg chg="mod">
          <ac:chgData name="Andrew Lang" userId="fe72763d-3229-405d-97e2-fc50bf7354ed" providerId="ADAL" clId="{25606B7D-E164-455E-93DA-A95B3D2D8A8B}" dt="2022-08-07T22:53:51.006" v="344" actId="6549"/>
          <ac:spMkLst>
            <pc:docMk/>
            <pc:sldMk cId="1983460362" sldId="402"/>
            <ac:spMk id="2" creationId="{00000000-0000-0000-0000-000000000000}"/>
          </ac:spMkLst>
        </pc:spChg>
        <pc:spChg chg="mod">
          <ac:chgData name="Andrew Lang" userId="fe72763d-3229-405d-97e2-fc50bf7354ed" providerId="ADAL" clId="{25606B7D-E164-455E-93DA-A95B3D2D8A8B}" dt="2022-08-07T22:55:25.405" v="402" actId="6549"/>
          <ac:spMkLst>
            <pc:docMk/>
            <pc:sldMk cId="1983460362" sldId="402"/>
            <ac:spMk id="3" creationId="{00000000-0000-0000-0000-000000000000}"/>
          </ac:spMkLst>
        </pc:spChg>
        <pc:spChg chg="add del">
          <ac:chgData name="Andrew Lang" userId="fe72763d-3229-405d-97e2-fc50bf7354ed" providerId="ADAL" clId="{25606B7D-E164-455E-93DA-A95B3D2D8A8B}" dt="2022-08-07T22:55:07.384" v="390"/>
          <ac:spMkLst>
            <pc:docMk/>
            <pc:sldMk cId="1983460362" sldId="402"/>
            <ac:spMk id="4" creationId="{773B5CA9-B7F3-9F65-43CB-16A81D340603}"/>
          </ac:spMkLst>
        </pc:spChg>
      </pc:sldChg>
      <pc:sldChg chg="modSp add mod">
        <pc:chgData name="Andrew Lang" userId="fe72763d-3229-405d-97e2-fc50bf7354ed" providerId="ADAL" clId="{25606B7D-E164-455E-93DA-A95B3D2D8A8B}" dt="2022-08-07T22:56:58.826" v="426" actId="404"/>
        <pc:sldMkLst>
          <pc:docMk/>
          <pc:sldMk cId="1050190592" sldId="403"/>
        </pc:sldMkLst>
        <pc:spChg chg="mod">
          <ac:chgData name="Andrew Lang" userId="fe72763d-3229-405d-97e2-fc50bf7354ed" providerId="ADAL" clId="{25606B7D-E164-455E-93DA-A95B3D2D8A8B}" dt="2022-08-07T22:56:58.826" v="426" actId="404"/>
          <ac:spMkLst>
            <pc:docMk/>
            <pc:sldMk cId="1050190592" sldId="403"/>
            <ac:spMk id="3" creationId="{00000000-0000-0000-0000-000000000000}"/>
          </ac:spMkLst>
        </pc:spChg>
      </pc:sldChg>
      <pc:sldChg chg="addSp delSp modSp add mod">
        <pc:chgData name="Andrew Lang" userId="fe72763d-3229-405d-97e2-fc50bf7354ed" providerId="ADAL" clId="{25606B7D-E164-455E-93DA-A95B3D2D8A8B}" dt="2022-08-07T23:14:18.835" v="574" actId="404"/>
        <pc:sldMkLst>
          <pc:docMk/>
          <pc:sldMk cId="2056284585" sldId="404"/>
        </pc:sldMkLst>
        <pc:spChg chg="del mod">
          <ac:chgData name="Andrew Lang" userId="fe72763d-3229-405d-97e2-fc50bf7354ed" providerId="ADAL" clId="{25606B7D-E164-455E-93DA-A95B3D2D8A8B}" dt="2022-08-07T23:13:54.840" v="567" actId="478"/>
          <ac:spMkLst>
            <pc:docMk/>
            <pc:sldMk cId="2056284585" sldId="404"/>
            <ac:spMk id="3" creationId="{00000000-0000-0000-0000-000000000000}"/>
          </ac:spMkLst>
        </pc:spChg>
        <pc:spChg chg="add mod">
          <ac:chgData name="Andrew Lang" userId="fe72763d-3229-405d-97e2-fc50bf7354ed" providerId="ADAL" clId="{25606B7D-E164-455E-93DA-A95B3D2D8A8B}" dt="2022-08-07T23:14:18.835" v="574" actId="404"/>
          <ac:spMkLst>
            <pc:docMk/>
            <pc:sldMk cId="2056284585" sldId="404"/>
            <ac:spMk id="4" creationId="{08FD51CC-1727-2BD8-222B-4928833E613E}"/>
          </ac:spMkLst>
        </pc:spChg>
      </pc:sldChg>
      <pc:sldChg chg="addSp delSp modSp add mod">
        <pc:chgData name="Andrew Lang" userId="fe72763d-3229-405d-97e2-fc50bf7354ed" providerId="ADAL" clId="{25606B7D-E164-455E-93DA-A95B3D2D8A8B}" dt="2022-08-07T23:19:59.178" v="641" actId="404"/>
        <pc:sldMkLst>
          <pc:docMk/>
          <pc:sldMk cId="2262541726" sldId="405"/>
        </pc:sldMkLst>
        <pc:spChg chg="add mod">
          <ac:chgData name="Andrew Lang" userId="fe72763d-3229-405d-97e2-fc50bf7354ed" providerId="ADAL" clId="{25606B7D-E164-455E-93DA-A95B3D2D8A8B}" dt="2022-08-07T23:19:59.178" v="641" actId="404"/>
          <ac:spMkLst>
            <pc:docMk/>
            <pc:sldMk cId="2262541726" sldId="405"/>
            <ac:spMk id="3" creationId="{DF6DF982-9D08-1BC2-3C82-D4C3D7DDE672}"/>
          </ac:spMkLst>
        </pc:spChg>
        <pc:spChg chg="del mod">
          <ac:chgData name="Andrew Lang" userId="fe72763d-3229-405d-97e2-fc50bf7354ed" providerId="ADAL" clId="{25606B7D-E164-455E-93DA-A95B3D2D8A8B}" dt="2022-08-07T23:19:23.135" v="630" actId="478"/>
          <ac:spMkLst>
            <pc:docMk/>
            <pc:sldMk cId="2262541726" sldId="405"/>
            <ac:spMk id="4" creationId="{08FD51CC-1727-2BD8-222B-4928833E613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fld id="{4EE4060F-EC6E-45B5-96F1-A60F0585115B}" type="datetimeFigureOut">
              <a:rPr lang="en-US" smtClean="0"/>
              <a:pPr/>
              <a:t>8/8/2022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fld id="{A987596C-5E44-4393-BE44-DB7D499825F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4206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/>
          <a:lstStyle>
            <a:lvl1pPr algn="r">
              <a:defRPr sz="1200"/>
            </a:lvl1pPr>
          </a:lstStyle>
          <a:p>
            <a:pPr>
              <a:defRPr/>
            </a:pPr>
            <a:fld id="{46950642-C6F2-4E46-90C1-0B12B643B3D7}" type="datetimeFigureOut">
              <a:rPr lang="en-US"/>
              <a:pPr>
                <a:defRPr/>
              </a:pPr>
              <a:t>8/8/2022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14650" y="531813"/>
            <a:ext cx="3543300" cy="2657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046" tIns="47023" rIns="94046" bIns="47023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66135"/>
            <a:ext cx="7498080" cy="3188970"/>
          </a:xfrm>
          <a:prstGeom prst="rect">
            <a:avLst/>
          </a:prstGeom>
        </p:spPr>
        <p:txBody>
          <a:bodyPr vert="horz" lIns="94046" tIns="47023" rIns="94046" bIns="4702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731040"/>
            <a:ext cx="4061460" cy="354330"/>
          </a:xfrm>
          <a:prstGeom prst="rect">
            <a:avLst/>
          </a:prstGeom>
        </p:spPr>
        <p:txBody>
          <a:bodyPr vert="horz" lIns="94046" tIns="47023" rIns="94046" bIns="47023" rtlCol="0" anchor="b"/>
          <a:lstStyle>
            <a:lvl1pPr algn="r">
              <a:defRPr sz="1200"/>
            </a:lvl1pPr>
          </a:lstStyle>
          <a:p>
            <a:pPr>
              <a:defRPr/>
            </a:pPr>
            <a:fld id="{CAA8545F-A231-4F50-B1F1-95F56EBB643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64050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526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A8545F-A231-4F50-B1F1-95F56EBB643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555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jpeg"/><Relationship Id="rId4" Type="http://schemas.openxmlformats.org/officeDocument/2006/relationships/image" Target="../media/image10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ctrTitle"/>
          </p:nvPr>
        </p:nvSpPr>
        <p:spPr>
          <a:xfrm>
            <a:off x="698500" y="2712698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/>
          </p:nvPr>
        </p:nvSpPr>
        <p:spPr>
          <a:xfrm>
            <a:off x="698500" y="3352800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9" name="Picture 18" descr="Title_Slide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299200"/>
          </a:xfrm>
          <a:prstGeom prst="rect">
            <a:avLst/>
          </a:prstGeom>
        </p:spPr>
      </p:pic>
      <p:sp>
        <p:nvSpPr>
          <p:cNvPr id="20" name="Rectangle 19"/>
          <p:cNvSpPr/>
          <p:nvPr userDrawn="1"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4"/>
          <p:cNvSpPr/>
          <p:nvPr userDrawn="1"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" name="Picture 21" descr="Audio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24" name="Picture 23" descr="Swirl_3.png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25" name="Picture 24" descr="Swirl_3.png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869" y="448408"/>
            <a:ext cx="5719687" cy="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9" name="Picture 18" descr="Audi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20" name="Picture 19" descr="Swirl_3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21" name="Picture 20" descr="Swirl_2.png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97934" y="31590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4688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97934" y="31590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81000" y="4724400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592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4423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97934" y="2209801"/>
            <a:ext cx="8415338" cy="4572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81000" y="2819400"/>
            <a:ext cx="8415338" cy="4572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381000" y="3429000"/>
            <a:ext cx="8415338" cy="4572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4"/>
          </p:nvPr>
        </p:nvSpPr>
        <p:spPr>
          <a:xfrm>
            <a:off x="381000" y="4038600"/>
            <a:ext cx="8415338" cy="4572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5"/>
          </p:nvPr>
        </p:nvSpPr>
        <p:spPr>
          <a:xfrm>
            <a:off x="381000" y="4724400"/>
            <a:ext cx="8415338" cy="457200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103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5947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81000" y="2429934"/>
            <a:ext cx="8415338" cy="694268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2"/>
          </p:nvPr>
        </p:nvSpPr>
        <p:spPr>
          <a:xfrm>
            <a:off x="397934" y="3420533"/>
            <a:ext cx="8415338" cy="623183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3"/>
          </p:nvPr>
        </p:nvSpPr>
        <p:spPr>
          <a:xfrm>
            <a:off x="440266" y="4191001"/>
            <a:ext cx="8415338" cy="62629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575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10519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1"/>
          </p:nvPr>
        </p:nvSpPr>
        <p:spPr>
          <a:xfrm>
            <a:off x="381000" y="2834218"/>
            <a:ext cx="8415338" cy="1051982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1" name="Picture 10" descr="Rules_Single_B.png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236" y="6248400"/>
            <a:ext cx="6516222" cy="9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846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5"/>
          <p:cNvSpPr txBox="1">
            <a:spLocks/>
          </p:cNvSpPr>
          <p:nvPr userDrawn="1"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7" r:id="rId4"/>
    <p:sldLayoutId id="2147483759" r:id="rId5"/>
    <p:sldLayoutId id="2147483758" r:id="rId6"/>
    <p:sldLayoutId id="2147483755" r:id="rId7"/>
    <p:sldLayoutId id="2147483756" r:id="rId8"/>
    <p:sldLayoutId id="2147483760" r:id="rId9"/>
    <p:sldLayoutId id="2147483761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2658837"/>
            <a:ext cx="77470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ICT703 Programming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98500" y="3352800"/>
            <a:ext cx="7747000" cy="797141"/>
          </a:xfrm>
        </p:spPr>
        <p:txBody>
          <a:bodyPr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Module 7</a:t>
            </a:r>
          </a:p>
          <a:p>
            <a:pPr marL="0" indent="0" algn="ctr">
              <a:buNone/>
            </a:pPr>
            <a:r>
              <a:rPr lang="en-US" sz="2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with Functions</a:t>
            </a:r>
          </a:p>
        </p:txBody>
      </p:sp>
    </p:spTree>
    <p:extLst>
      <p:ext uri="{BB962C8B-B14F-4D97-AF65-F5344CB8AC3E}">
        <p14:creationId xmlns:p14="http://schemas.microsoft.com/office/powerpoint/2010/main" val="3699752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630956"/>
            <a:ext cx="6172200" cy="377026"/>
          </a:xfrm>
        </p:spPr>
        <p:txBody>
          <a:bodyPr/>
          <a:lstStyle/>
          <a:p>
            <a:r>
              <a:rPr lang="en-US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2286000" y="1626626"/>
            <a:ext cx="6545162" cy="1477328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Explain why functions are useful in structuring code in a program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</a:rPr>
              <a:t>Employ top-down design to assign tasks to functions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4390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IN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Functions Are and How They Work</a:t>
            </a:r>
            <a:endParaRPr lang="en-US" sz="28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3108543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function packages an algorithm in a chunk of code that you can call by name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function can be called from anywhere in a program’s code, including code within other functions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function can receive data from its caller via arguments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When a function is called, any expression supplied as arguments are first evaluated 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function may have one or more </a:t>
            </a: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return</a:t>
            </a:r>
            <a:r>
              <a:rPr lang="en-US" dirty="0">
                <a:solidFill>
                  <a:schemeClr val="tx1"/>
                </a:solidFill>
              </a:rPr>
              <a:t> statements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function can return 1 or more values (via a tuple)</a:t>
            </a:r>
          </a:p>
        </p:txBody>
      </p:sp>
    </p:spTree>
    <p:extLst>
      <p:ext uri="{BB962C8B-B14F-4D97-AF65-F5344CB8AC3E}">
        <p14:creationId xmlns:p14="http://schemas.microsoft.com/office/powerpoint/2010/main" val="4113908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AF07-16B4-AECA-FBAA-E62BF5434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AU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Programming Concepts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CB029A-E4EA-D17B-631A-4300D3810CB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597682" y="6397488"/>
            <a:ext cx="6781693" cy="2445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600" kern="1200">
                <a:solidFill>
                  <a:schemeClr val="tx1">
                    <a:tint val="75000"/>
                  </a:schemeClr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Arial" charset="0"/>
              </a:defRPr>
            </a:lvl9pPr>
          </a:lstStyle>
          <a:p>
            <a:r>
              <a:rPr lang="en-US"/>
              <a:t>© 2018 Cengage.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dirty="0"/>
          </a:p>
        </p:txBody>
      </p:sp>
      <p:sp>
        <p:nvSpPr>
          <p:cNvPr id="6" name="Vertical Text Placeholder 2">
            <a:extLst>
              <a:ext uri="{FF2B5EF4-FFF2-40B4-BE49-F238E27FC236}">
                <a16:creationId xmlns:a16="http://schemas.microsoft.com/office/drawing/2014/main" id="{463EA22A-BB02-0842-28D4-EDB294588B18}"/>
              </a:ext>
            </a:extLst>
          </p:cNvPr>
          <p:cNvSpPr txBox="1">
            <a:spLocks/>
          </p:cNvSpPr>
          <p:nvPr/>
        </p:nvSpPr>
        <p:spPr>
          <a:xfrm>
            <a:off x="533400" y="1524000"/>
            <a:ext cx="8483600" cy="6232857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>
            <a:lvl1pPr marL="171450" indent="-171450" algn="l" defTabSz="914400" rtl="0" eaLnBrk="1" latinLnBrk="0" hangingPunct="1">
              <a:lnSpc>
                <a:spcPct val="95000"/>
              </a:lnSpc>
              <a:spcBef>
                <a:spcPts val="12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95000"/>
              </a:lnSpc>
              <a:spcBef>
                <a:spcPts val="600"/>
              </a:spcBef>
              <a:buClr>
                <a:schemeClr val="accent1"/>
              </a:buClr>
              <a:buFont typeface="Arial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715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Clr>
                <a:schemeClr val="tx1">
                  <a:lumMod val="75000"/>
                  <a:lumOff val="25000"/>
                </a:schemeClr>
              </a:buClr>
              <a:buFont typeface="Arial" pitchFamily="34" charset="0"/>
              <a:buChar char="-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295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14400" indent="-114300" algn="l" defTabSz="914400" rtl="0" eaLnBrk="1" latinLnBrk="0" hangingPunct="1">
              <a:lnSpc>
                <a:spcPct val="95000"/>
              </a:lnSpc>
              <a:spcBef>
                <a:spcPct val="20000"/>
              </a:spcBef>
              <a:buFont typeface="Arial" pitchFamily="34" charset="0"/>
              <a:buChar char="-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4000" dirty="0"/>
              <a:t>Four control flow</a:t>
            </a:r>
          </a:p>
          <a:p>
            <a:pPr lvl="1" fontAlgn="auto">
              <a:spcAft>
                <a:spcPts val="0"/>
              </a:spcAft>
            </a:pPr>
            <a:r>
              <a:rPr lang="en-US" sz="3600" dirty="0"/>
              <a:t>Sequence</a:t>
            </a:r>
            <a:endParaRPr lang="en-US" sz="4000" b="1" dirty="0"/>
          </a:p>
          <a:p>
            <a:pPr lvl="1" fontAlgn="auto">
              <a:spcAft>
                <a:spcPts val="0"/>
              </a:spcAft>
            </a:pPr>
            <a:r>
              <a:rPr lang="en-US" sz="3600" dirty="0">
                <a:highlight>
                  <a:srgbClr val="FFFFFF"/>
                </a:highlight>
              </a:rPr>
              <a:t>Iteration</a:t>
            </a:r>
          </a:p>
          <a:p>
            <a:pPr lvl="1" fontAlgn="auto">
              <a:spcAft>
                <a:spcPts val="0"/>
              </a:spcAft>
            </a:pPr>
            <a:r>
              <a:rPr lang="en-US" sz="3600" dirty="0"/>
              <a:t>Selection</a:t>
            </a:r>
            <a:endParaRPr lang="en-US" sz="4000" b="1" dirty="0"/>
          </a:p>
          <a:p>
            <a:pPr lvl="1" fontAlgn="auto">
              <a:spcAft>
                <a:spcPts val="0"/>
              </a:spcAft>
            </a:pPr>
            <a:r>
              <a:rPr lang="en-US" sz="3600" dirty="0">
                <a:highlight>
                  <a:srgbClr val="FFFF00"/>
                </a:highlight>
              </a:rPr>
              <a:t>Abstraction</a:t>
            </a:r>
            <a:r>
              <a:rPr lang="en-US" sz="3600" dirty="0"/>
              <a:t> – functions/methods/classes</a:t>
            </a:r>
          </a:p>
          <a:p>
            <a:pPr marL="0" indent="0" fontAlgn="auto">
              <a:spcAft>
                <a:spcPts val="0"/>
              </a:spcAft>
              <a:buFont typeface="Arial" pitchFamily="34" charset="0"/>
              <a:buNone/>
            </a:pPr>
            <a:r>
              <a:rPr lang="en-US" sz="4000" dirty="0"/>
              <a:t>Data</a:t>
            </a:r>
          </a:p>
          <a:p>
            <a:pPr fontAlgn="auto">
              <a:spcAft>
                <a:spcPts val="0"/>
              </a:spcAft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6263493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as Abstraction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1865126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An </a:t>
            </a:r>
            <a:r>
              <a:rPr lang="en-US" b="1" dirty="0">
                <a:solidFill>
                  <a:schemeClr val="tx1"/>
                </a:solidFill>
              </a:rPr>
              <a:t>abstraction </a:t>
            </a:r>
            <a:r>
              <a:rPr lang="en-US" dirty="0">
                <a:solidFill>
                  <a:schemeClr val="tx1"/>
                </a:solidFill>
              </a:rPr>
              <a:t>hides detail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Allows a person to view many things as just one thing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We use abstractions to refer to the most common tasks in everyday life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For example, the expression “</a:t>
            </a:r>
            <a:r>
              <a:rPr lang="en-US" b="1" dirty="0">
                <a:solidFill>
                  <a:schemeClr val="tx1"/>
                </a:solidFill>
              </a:rPr>
              <a:t>doing my laundry</a:t>
            </a:r>
            <a:r>
              <a:rPr lang="en-US" dirty="0">
                <a:solidFill>
                  <a:schemeClr val="tx1"/>
                </a:solidFill>
              </a:rPr>
              <a:t>”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Effective designers must invent useful abstractions to control complexity</a:t>
            </a:r>
          </a:p>
        </p:txBody>
      </p:sp>
    </p:spTree>
    <p:extLst>
      <p:ext uri="{BB962C8B-B14F-4D97-AF65-F5344CB8AC3E}">
        <p14:creationId xmlns:p14="http://schemas.microsoft.com/office/powerpoint/2010/main" val="2506729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Syntax of Simple Function 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29238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Definition of a function consists of header and body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3"/>
          </p:nvPr>
        </p:nvSpPr>
        <p:spPr>
          <a:xfrm>
            <a:off x="369242" y="1877553"/>
            <a:ext cx="8415338" cy="943335"/>
          </a:xfrm>
        </p:spPr>
        <p:txBody>
          <a:bodyPr/>
          <a:lstStyle/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def square(x):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    """Returns the square of x"""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</a:rPr>
              <a:t>    return x * x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63244" y="3015378"/>
            <a:ext cx="8415338" cy="1865126"/>
          </a:xfrm>
        </p:spPr>
        <p:txBody>
          <a:bodyPr/>
          <a:lstStyle/>
          <a:p>
            <a:pPr>
              <a:buClr>
                <a:srgbClr val="007FA9"/>
              </a:buClr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Syntax of a function definition: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def &lt;function name&gt;(&lt;parameter−1&gt;, ..., &lt;parameter−n&gt;):</a:t>
            </a: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&lt;body&gt;</a:t>
            </a:r>
            <a:endParaRPr lang="en-IN" dirty="0"/>
          </a:p>
          <a:p>
            <a:pPr>
              <a:buClr>
                <a:srgbClr val="007FA9"/>
              </a:buClr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5765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3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Parameters and Arguments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10980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parameter is the name used in the function definition for an argument that is passed to the function when it is called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For now, the number and positions of arguments of a function call should match the number and positions of the parameters in the definition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Some functions expect no arguments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They are defined with no parameters</a:t>
            </a:r>
          </a:p>
        </p:txBody>
      </p:sp>
    </p:spTree>
    <p:extLst>
      <p:ext uri="{BB962C8B-B14F-4D97-AF65-F5344CB8AC3E}">
        <p14:creationId xmlns:p14="http://schemas.microsoft.com/office/powerpoint/2010/main" val="1734961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Eliminate Redundancy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38" y="1161338"/>
            <a:ext cx="8415338" cy="5847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Functions serve as abstraction mechanisms by eliminating redundant, or repetitious, code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1"/>
          </p:nvPr>
        </p:nvSpPr>
        <p:spPr>
          <a:xfrm>
            <a:off x="387530" y="1828800"/>
            <a:ext cx="8415338" cy="4113434"/>
          </a:xfrm>
        </p:spPr>
        <p:txBody>
          <a:bodyPr/>
          <a:lstStyle/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def summation(lower, upper):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	"""Arguments: A lower bound and an upper bound 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	     Returns: the sum of the numbers from lower through upper """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	result = 0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	while lower &lt;= upper: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	   result += lower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	   lower += 1</a:t>
            </a:r>
          </a:p>
          <a:p>
            <a:pPr marL="228600" lvl="1" indent="0">
              <a:buNone/>
            </a:pPr>
            <a:r>
              <a:rPr lang="en-US" dirty="0">
                <a:solidFill>
                  <a:schemeClr val="tx1"/>
                </a:solidFill>
                <a:cs typeface="Arial" panose="020B0604020202020204" pitchFamily="34" charset="0"/>
              </a:rPr>
              <a:t>	return result</a:t>
            </a:r>
          </a:p>
          <a:p>
            <a:pPr marL="228600" lvl="1" indent="0">
              <a:buNone/>
            </a:pPr>
            <a:endParaRPr lang="en-US" dirty="0">
              <a:solidFill>
                <a:schemeClr val="tx1"/>
              </a:solidFill>
              <a:cs typeface="Arial" panose="020B0604020202020204" pitchFamily="34" charset="0"/>
            </a:endParaRPr>
          </a:p>
          <a:p>
            <a:pPr marL="228600" lvl="1" indent="0">
              <a:buNone/>
            </a:pP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summation(1,4) 		</a:t>
            </a:r>
            <a:r>
              <a:rPr lang="en-US" b="1" i="1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# The summation of the numbers 1..4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10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summation(50,100) 	</a:t>
            </a:r>
            <a:r>
              <a:rPr lang="en-US" b="1" i="1" dirty="0">
                <a:solidFill>
                  <a:schemeClr val="bg1">
                    <a:lumMod val="75000"/>
                  </a:schemeClr>
                </a:solidFill>
                <a:cs typeface="Arial" panose="020B0604020202020204" pitchFamily="34" charset="0"/>
              </a:rPr>
              <a:t># The summation of the numbers 50..100</a:t>
            </a:r>
          </a:p>
          <a:p>
            <a:pPr marL="228600" lvl="1" indent="0">
              <a:spcBef>
                <a:spcPts val="0"/>
              </a:spcBef>
              <a:buNone/>
            </a:pPr>
            <a:r>
              <a:rPr lang="en-US" b="1" dirty="0">
                <a:solidFill>
                  <a:schemeClr val="tx1"/>
                </a:solidFill>
                <a:cs typeface="Arial" panose="020B0604020202020204" pitchFamily="34" charset="0"/>
              </a:rPr>
              <a:t>3825</a:t>
            </a:r>
          </a:p>
        </p:txBody>
      </p:sp>
    </p:spTree>
    <p:extLst>
      <p:ext uri="{BB962C8B-B14F-4D97-AF65-F5344CB8AC3E}">
        <p14:creationId xmlns:p14="http://schemas.microsoft.com/office/powerpoint/2010/main" val="3759536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Hide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12827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Functions serve as abstraction mechanisms is by hiding complicated details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For example, consider the previous </a:t>
            </a:r>
            <a:r>
              <a:rPr lang="en-US" b="1" dirty="0">
                <a:solidFill>
                  <a:schemeClr val="tx1"/>
                </a:solidFill>
              </a:rPr>
              <a:t>summation</a:t>
            </a:r>
            <a:r>
              <a:rPr lang="en-US" dirty="0">
                <a:solidFill>
                  <a:schemeClr val="tx1"/>
                </a:solidFill>
              </a:rPr>
              <a:t> function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idea of summing a range of numbers is simple; the code for computing a summation is not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function call expresses the idea of a process to the programmer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Without forcing him/her to wade through the complex code that realizes that idea</a:t>
            </a:r>
          </a:p>
        </p:txBody>
      </p:sp>
    </p:spTree>
    <p:extLst>
      <p:ext uri="{BB962C8B-B14F-4D97-AF65-F5344CB8AC3E}">
        <p14:creationId xmlns:p14="http://schemas.microsoft.com/office/powerpoint/2010/main" val="1372305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88122"/>
            <a:ext cx="8026400" cy="732508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Support General Methods with Systematic Variations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44990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An algorithm is a </a:t>
            </a:r>
            <a:r>
              <a:rPr lang="en-US" b="1" dirty="0">
                <a:solidFill>
                  <a:schemeClr val="tx1"/>
                </a:solidFill>
              </a:rPr>
              <a:t>general method </a:t>
            </a:r>
            <a:r>
              <a:rPr lang="en-US" dirty="0">
                <a:solidFill>
                  <a:schemeClr val="tx1"/>
                </a:solidFill>
              </a:rPr>
              <a:t>for solving a class of problems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individual problems that make up a class of problems are known as </a:t>
            </a:r>
            <a:r>
              <a:rPr lang="en-US" b="1" dirty="0">
                <a:solidFill>
                  <a:schemeClr val="tx1"/>
                </a:solidFill>
              </a:rPr>
              <a:t>problem instances</a:t>
            </a:r>
            <a:endParaRPr lang="en-US" dirty="0">
              <a:solidFill>
                <a:schemeClr val="tx1"/>
              </a:solidFill>
            </a:endParaRP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What are the problem instances of our summation algorithm?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Algorithms should be general enough to provide a solution to many problem instances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function should provide a general method with systematic variations</a:t>
            </a:r>
          </a:p>
        </p:txBody>
      </p:sp>
    </p:spTree>
    <p:extLst>
      <p:ext uri="{BB962C8B-B14F-4D97-AF65-F5344CB8AC3E}">
        <p14:creationId xmlns:p14="http://schemas.microsoft.com/office/powerpoint/2010/main" val="3525643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Support the Division of Labor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440668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In a well-organized system, each part does its own job in collaborating to achieve a common goal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In a computer program, functions can enforce a division of labor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Each function should perform a single coherent task</a:t>
            </a:r>
          </a:p>
          <a:p>
            <a:pPr lvl="2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Example: Computing a summation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Each of the tasks required by a system can be assigned to a function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Including the tasks of managing or coordinating the use of other functions</a:t>
            </a:r>
          </a:p>
        </p:txBody>
      </p:sp>
    </p:spTree>
    <p:extLst>
      <p:ext uri="{BB962C8B-B14F-4D97-AF65-F5344CB8AC3E}">
        <p14:creationId xmlns:p14="http://schemas.microsoft.com/office/powerpoint/2010/main" val="121988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IN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Solving with Top-Down Design</a:t>
            </a:r>
            <a:endParaRPr lang="en-US" sz="2800" b="1" dirty="0">
              <a:solidFill>
                <a:srgbClr val="007F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44990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b="1" dirty="0">
                <a:solidFill>
                  <a:schemeClr val="tx1"/>
                </a:solidFill>
              </a:rPr>
              <a:t>Top-down design</a:t>
            </a:r>
            <a:r>
              <a:rPr lang="en-US" dirty="0">
                <a:solidFill>
                  <a:schemeClr val="tx1"/>
                </a:solidFill>
              </a:rPr>
              <a:t> starts with a global view of the entire problem and breaks the problem into smaller, more manageable subproblems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Process known as </a:t>
            </a:r>
            <a:r>
              <a:rPr lang="en-US" b="1" dirty="0">
                <a:solidFill>
                  <a:schemeClr val="tx1"/>
                </a:solidFill>
              </a:rPr>
              <a:t>problem decomposition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As each subproblem is isolated, its solution is assigned to a function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As functions are developed to solve subproblems, solution to overall problem is gradually filled out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Process is also called </a:t>
            </a:r>
            <a:r>
              <a:rPr lang="en-US" b="1" dirty="0">
                <a:solidFill>
                  <a:schemeClr val="tx1"/>
                </a:solidFill>
              </a:rPr>
              <a:t>stepwise refinement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8096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Return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1031051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Place a </a:t>
            </a:r>
            <a:r>
              <a:rPr lang="en-US" b="1" dirty="0">
                <a:solidFill>
                  <a:schemeClr val="tx1"/>
                </a:solidFill>
              </a:rPr>
              <a:t>return </a:t>
            </a:r>
            <a:r>
              <a:rPr lang="en-US" dirty="0">
                <a:solidFill>
                  <a:schemeClr val="tx1"/>
                </a:solidFill>
              </a:rPr>
              <a:t>statement at each exit point of a function when function should explicitly return a value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Syntax: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591844" y="2667000"/>
            <a:ext cx="1981200" cy="263149"/>
          </a:xfrm>
        </p:spPr>
        <p:txBody>
          <a:bodyPr/>
          <a:lstStyle/>
          <a:p>
            <a:pPr marL="0" lvl="1" indent="0">
              <a:spcBef>
                <a:spcPts val="1200"/>
              </a:spcBef>
              <a:buClr>
                <a:schemeClr val="accent2"/>
              </a:buClr>
              <a:buNone/>
            </a:pPr>
            <a:r>
              <a:rPr lang="en-US" b="1" dirty="0">
                <a:solidFill>
                  <a:schemeClr val="tx1"/>
                </a:solidFill>
                <a:cs typeface="Courier New" panose="02070309020205020404" pitchFamily="49" charset="0"/>
              </a:rPr>
              <a:t>return &lt;expression&gt;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2"/>
          </p:nvPr>
        </p:nvSpPr>
        <p:spPr>
          <a:xfrm>
            <a:off x="363254" y="3465417"/>
            <a:ext cx="8415338" cy="924869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If a function contains no </a:t>
            </a:r>
            <a:r>
              <a:rPr lang="en-US" b="1" dirty="0">
                <a:solidFill>
                  <a:schemeClr val="tx1"/>
                </a:solidFill>
              </a:rPr>
              <a:t>return </a:t>
            </a:r>
            <a:r>
              <a:rPr lang="en-US" dirty="0">
                <a:solidFill>
                  <a:schemeClr val="tx1"/>
                </a:solidFill>
              </a:rPr>
              <a:t>statement, Python transfers control to the caller after the last statement in the function’s body is executed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The special value </a:t>
            </a:r>
            <a:r>
              <a:rPr lang="en-US" b="1" dirty="0">
                <a:solidFill>
                  <a:schemeClr val="tx1"/>
                </a:solidFill>
              </a:rPr>
              <a:t>None </a:t>
            </a:r>
            <a:r>
              <a:rPr lang="en-US" dirty="0">
                <a:solidFill>
                  <a:schemeClr val="tx1"/>
                </a:solidFill>
              </a:rPr>
              <a:t>is automatically returned</a:t>
            </a:r>
          </a:p>
        </p:txBody>
      </p:sp>
    </p:spTree>
    <p:extLst>
      <p:ext uri="{BB962C8B-B14F-4D97-AF65-F5344CB8AC3E}">
        <p14:creationId xmlns:p14="http://schemas.microsoft.com/office/powerpoint/2010/main" val="1487015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38932"/>
            <a:ext cx="8026400" cy="4308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0080A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Boolean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9"/>
            <a:ext cx="8415338" cy="137114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A </a:t>
            </a:r>
            <a:r>
              <a:rPr lang="en-US" b="1" dirty="0">
                <a:solidFill>
                  <a:schemeClr val="tx1"/>
                </a:solidFill>
              </a:rPr>
              <a:t>Boolean function </a:t>
            </a:r>
            <a:r>
              <a:rPr lang="en-US" dirty="0">
                <a:solidFill>
                  <a:schemeClr val="tx1"/>
                </a:solidFill>
              </a:rPr>
              <a:t>usually tests its argument for the presence or absence of some property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Returns </a:t>
            </a:r>
            <a:r>
              <a:rPr lang="en-US" b="1" dirty="0">
                <a:solidFill>
                  <a:schemeClr val="tx1"/>
                </a:solidFill>
              </a:rPr>
              <a:t>True </a:t>
            </a:r>
            <a:r>
              <a:rPr lang="en-US" dirty="0">
                <a:solidFill>
                  <a:schemeClr val="tx1"/>
                </a:solidFill>
              </a:rPr>
              <a:t>if property is present; </a:t>
            </a:r>
            <a:r>
              <a:rPr lang="en-US" b="1" dirty="0">
                <a:solidFill>
                  <a:schemeClr val="tx1"/>
                </a:solidFill>
              </a:rPr>
              <a:t>False </a:t>
            </a:r>
            <a:r>
              <a:rPr lang="en-US" dirty="0">
                <a:solidFill>
                  <a:schemeClr val="tx1"/>
                </a:solidFill>
              </a:rPr>
              <a:t>otherwise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Example: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1"/>
          </p:nvPr>
        </p:nvSpPr>
        <p:spPr>
          <a:xfrm>
            <a:off x="338784" y="2984380"/>
            <a:ext cx="8415338" cy="2489912"/>
          </a:xfrm>
        </p:spPr>
        <p:txBody>
          <a:bodyPr/>
          <a:lstStyle/>
          <a:p>
            <a:pPr marL="228600" lvl="1" indent="0">
              <a:buNone/>
            </a:pPr>
            <a:r>
              <a:rPr 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def odd(x):</a:t>
            </a:r>
          </a:p>
          <a:p>
            <a:pPr marL="228600" lvl="1" indent="0">
              <a:buNone/>
            </a:pPr>
            <a:r>
              <a:rPr 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    </a:t>
            </a:r>
            <a:r>
              <a:rPr lang="en-US" sz="2400" b="1" i="1" dirty="0">
                <a:solidFill>
                  <a:schemeClr val="bg1">
                    <a:lumMod val="75000"/>
                  </a:schemeClr>
                </a:solidFill>
                <a:cs typeface="Courier New" panose="02070309020205020404" pitchFamily="49" charset="0"/>
              </a:rPr>
              <a:t>"""Returns True if x is odd or False otherwise."""</a:t>
            </a:r>
          </a:p>
          <a:p>
            <a:pPr marL="228600" lvl="1" indent="0">
              <a:buNone/>
            </a:pPr>
            <a:r>
              <a:rPr 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    if x % 2 == 1:</a:t>
            </a:r>
          </a:p>
          <a:p>
            <a:pPr marL="228600" lvl="1" indent="0">
              <a:buNone/>
            </a:pPr>
            <a:r>
              <a:rPr 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        return True</a:t>
            </a:r>
          </a:p>
          <a:p>
            <a:pPr marL="228600" lvl="1" indent="0">
              <a:buNone/>
            </a:pPr>
            <a:r>
              <a:rPr 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    else:</a:t>
            </a:r>
          </a:p>
          <a:p>
            <a:pPr marL="228600" lvl="1" indent="0">
              <a:buNone/>
            </a:pPr>
            <a:r>
              <a:rPr lang="en-US" sz="2400" b="1" dirty="0">
                <a:solidFill>
                  <a:schemeClr val="tx1"/>
                </a:solidFill>
                <a:cs typeface="Courier New" panose="02070309020205020404" pitchFamily="49" charset="0"/>
              </a:rPr>
              <a:t>        return False</a:t>
            </a:r>
          </a:p>
        </p:txBody>
      </p:sp>
    </p:spTree>
    <p:extLst>
      <p:ext uri="{BB962C8B-B14F-4D97-AF65-F5344CB8AC3E}">
        <p14:creationId xmlns:p14="http://schemas.microsoft.com/office/powerpoint/2010/main" val="2283024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2665345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Variable’s </a:t>
            </a:r>
            <a:r>
              <a:rPr lang="en-US" b="1" dirty="0">
                <a:solidFill>
                  <a:schemeClr val="tx1"/>
                </a:solidFill>
              </a:rPr>
              <a:t>lifetime:</a:t>
            </a:r>
            <a:r>
              <a:rPr lang="en-US" dirty="0">
                <a:solidFill>
                  <a:schemeClr val="tx1"/>
                </a:solidFill>
              </a:rPr>
              <a:t> Period of time when variable has memory storage associated with it</a:t>
            </a:r>
          </a:p>
          <a:p>
            <a:pPr lvl="1"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When a variable comes into existence, storage is allocated for it; when it goes out of existence, storage is reclaimed by the P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V</a:t>
            </a:r>
            <a:r>
              <a:rPr lang="en-US" sz="100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M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Module variables come into existence when introduced and generally exist for lifetime of program that introduces or imports them</a:t>
            </a:r>
          </a:p>
          <a:p>
            <a:pPr>
              <a:buClr>
                <a:srgbClr val="007FA9"/>
              </a:buClr>
            </a:pPr>
            <a:r>
              <a:rPr lang="en-US" dirty="0">
                <a:solidFill>
                  <a:schemeClr val="tx1"/>
                </a:solidFill>
              </a:rPr>
              <a:t>Parameters and temporary variables come into existence when bound to values during call, but go out of existence when call terminates</a:t>
            </a:r>
          </a:p>
        </p:txBody>
      </p:sp>
    </p:spTree>
    <p:extLst>
      <p:ext uri="{BB962C8B-B14F-4D97-AF65-F5344CB8AC3E}">
        <p14:creationId xmlns:p14="http://schemas.microsoft.com/office/powerpoint/2010/main" val="2590474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of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3853363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sz="2800" dirty="0">
                <a:solidFill>
                  <a:schemeClr val="tx1"/>
                </a:solidFill>
              </a:rPr>
              <a:t>The formal parameter variables of a function are local variables</a:t>
            </a:r>
          </a:p>
          <a:p>
            <a:pPr lvl="1">
              <a:buClr>
                <a:srgbClr val="007FA9"/>
              </a:buClr>
            </a:pPr>
            <a:r>
              <a:rPr lang="en-US" sz="2400" dirty="0">
                <a:solidFill>
                  <a:schemeClr val="tx1"/>
                </a:solidFill>
              </a:rPr>
              <a:t>they exist only while the function is executing</a:t>
            </a:r>
          </a:p>
          <a:p>
            <a:pPr lvl="1">
              <a:buClr>
                <a:srgbClr val="007FA9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 marL="228600" lvl="1" indent="0">
              <a:buClr>
                <a:srgbClr val="007FA9"/>
              </a:buClr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rgbClr val="007FA9"/>
              </a:buClr>
            </a:pPr>
            <a:r>
              <a:rPr lang="en-US" sz="2800" dirty="0">
                <a:solidFill>
                  <a:schemeClr val="tx1"/>
                </a:solidFill>
              </a:rPr>
              <a:t>The scope of a variable is the region of the program where it is usable</a:t>
            </a:r>
          </a:p>
          <a:p>
            <a:pPr lvl="1">
              <a:buClr>
                <a:srgbClr val="007FA9"/>
              </a:buClr>
            </a:pPr>
            <a:r>
              <a:rPr lang="en-US" sz="2400" dirty="0">
                <a:solidFill>
                  <a:schemeClr val="tx1"/>
                </a:solidFill>
              </a:rPr>
              <a:t>from where you create the variable to the end of that block of code</a:t>
            </a:r>
          </a:p>
        </p:txBody>
      </p:sp>
    </p:spTree>
    <p:extLst>
      <p:ext uri="{BB962C8B-B14F-4D97-AF65-F5344CB8AC3E}">
        <p14:creationId xmlns:p14="http://schemas.microsoft.com/office/powerpoint/2010/main" val="4129710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of Variables</a:t>
            </a:r>
          </a:p>
        </p:txBody>
      </p:sp>
      <p:sp>
        <p:nvSpPr>
          <p:cNvPr id="4" name="Content Placeholder 2" descr="life time of variable &#10;x is lines 0 - 2&#10;y is 1 &amp; 2&#10;&#10;toSquare is 4 to 10&#10;result is 5 to 10&#10;">
            <a:extLst>
              <a:ext uri="{FF2B5EF4-FFF2-40B4-BE49-F238E27FC236}">
                <a16:creationId xmlns:a16="http://schemas.microsoft.com/office/drawing/2014/main" id="{FB137BFA-DC13-1FFE-5759-679F783C3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8229600" cy="4210383"/>
          </a:xfrm>
        </p:spPr>
        <p:txBody>
          <a:bodyPr/>
          <a:lstStyle/>
          <a:p>
            <a:pPr marL="400050" lvl="1" indent="0">
              <a:spcBef>
                <a:spcPts val="0"/>
              </a:spcBef>
              <a:buNone/>
            </a:pP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def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square(x): </a:t>
            </a:r>
            <a:r>
              <a:rPr lang="en-US" sz="2400" dirty="0">
                <a:solidFill>
                  <a:schemeClr val="bg1"/>
                </a:solidFill>
              </a:rPr>
              <a:t>## line 0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   y = x * x </a:t>
            </a:r>
            <a:r>
              <a:rPr lang="en-US" sz="2400" dirty="0">
                <a:solidFill>
                  <a:schemeClr val="bg1"/>
                </a:solidFill>
              </a:rPr>
              <a:t>## line 1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  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return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y </a:t>
            </a:r>
            <a:r>
              <a:rPr lang="en-US" sz="2400" dirty="0">
                <a:solidFill>
                  <a:schemeClr val="bg1"/>
                </a:solidFill>
              </a:rPr>
              <a:t>## line 2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## line 3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toSquare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= 10 </a:t>
            </a:r>
            <a:r>
              <a:rPr lang="en-US" sz="2400" dirty="0">
                <a:solidFill>
                  <a:schemeClr val="bg1"/>
                </a:solidFill>
              </a:rPr>
              <a:t>## line 4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result = square(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toSquare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sz="2400" dirty="0">
                <a:solidFill>
                  <a:schemeClr val="bg1"/>
                </a:solidFill>
              </a:rPr>
              <a:t>## line 5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print(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toSquare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, " squared is ", result) </a:t>
            </a:r>
            <a:r>
              <a:rPr lang="en-US" sz="2400" dirty="0">
                <a:solidFill>
                  <a:schemeClr val="bg1"/>
                </a:solidFill>
              </a:rPr>
              <a:t>##line 6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bg1"/>
                </a:solidFill>
              </a:rPr>
              <a:t>## line 7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toSquare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 = 12 </a:t>
            </a:r>
            <a:r>
              <a:rPr lang="en-US" sz="2400" dirty="0">
                <a:solidFill>
                  <a:schemeClr val="bg1"/>
                </a:solidFill>
              </a:rPr>
              <a:t>## line 8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result = square(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toSquare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) </a:t>
            </a:r>
            <a:r>
              <a:rPr lang="en-US" sz="2400" dirty="0">
                <a:solidFill>
                  <a:schemeClr val="bg1"/>
                </a:solidFill>
              </a:rPr>
              <a:t>## line 9</a:t>
            </a:r>
          </a:p>
          <a:p>
            <a:pPr marL="400050" lvl="1" indent="0">
              <a:spcBef>
                <a:spcPts val="0"/>
              </a:spcBef>
              <a:buNone/>
            </a:pP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print(</a:t>
            </a:r>
            <a:r>
              <a:rPr lang="en-US" sz="2400" dirty="0" err="1">
                <a:solidFill>
                  <a:schemeClr val="accent1">
                    <a:lumMod val="75000"/>
                  </a:schemeClr>
                </a:solidFill>
              </a:rPr>
              <a:t>toSquare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</a:rPr>
              <a:t>, " squared is ", result) </a:t>
            </a:r>
            <a:r>
              <a:rPr lang="en-US" sz="2400" dirty="0">
                <a:solidFill>
                  <a:schemeClr val="bg1"/>
                </a:solidFill>
              </a:rPr>
              <a:t>## line 10</a:t>
            </a:r>
          </a:p>
          <a:p>
            <a:pPr marL="400050" lvl="1" indent="0">
              <a:spcBef>
                <a:spcPts val="0"/>
              </a:spcBef>
              <a:buNone/>
            </a:pPr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E3C6908-730B-E36D-B479-2C1EE93C74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124200" y="1676400"/>
            <a:ext cx="612214" cy="788600"/>
            <a:chOff x="3533666" y="1925412"/>
            <a:chExt cx="612214" cy="788600"/>
          </a:xfrm>
        </p:grpSpPr>
        <p:sp>
          <p:nvSpPr>
            <p:cNvPr id="6" name="Right Bracket 5">
              <a:extLst>
                <a:ext uri="{FF2B5EF4-FFF2-40B4-BE49-F238E27FC236}">
                  <a16:creationId xmlns:a16="http://schemas.microsoft.com/office/drawing/2014/main" id="{81DEEA44-2B7F-2F20-9260-27C61EBE5E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33666" y="1925412"/>
              <a:ext cx="204850" cy="788600"/>
            </a:xfrm>
            <a:prstGeom prst="rightBracket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4EE32F-4112-2D20-AC3C-784B3C80B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738516" y="2067765"/>
              <a:ext cx="407364" cy="461665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n>
                    <a:solidFill>
                      <a:schemeClr val="bg1"/>
                    </a:solidFill>
                  </a:ln>
                  <a:solidFill>
                    <a:srgbClr val="FF0000"/>
                  </a:solidFill>
                </a:rPr>
                <a:t>y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C2D630F-F5A2-3D55-6F42-D6F5EE423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175057" y="1352217"/>
            <a:ext cx="612214" cy="1182900"/>
            <a:chOff x="3533666" y="1925412"/>
            <a:chExt cx="612214" cy="788600"/>
          </a:xfrm>
        </p:grpSpPr>
        <p:sp>
          <p:nvSpPr>
            <p:cNvPr id="9" name="Right Bracket 8">
              <a:extLst>
                <a:ext uri="{FF2B5EF4-FFF2-40B4-BE49-F238E27FC236}">
                  <a16:creationId xmlns:a16="http://schemas.microsoft.com/office/drawing/2014/main" id="{FF875AF8-5E13-811A-7210-76DB9D55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33666" y="1925412"/>
              <a:ext cx="204850" cy="788600"/>
            </a:xfrm>
            <a:prstGeom prst="rightBracket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78280F-1DFC-EF92-E7A7-7B4A5983C8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738516" y="2067765"/>
              <a:ext cx="407364" cy="30777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n>
                    <a:solidFill>
                      <a:schemeClr val="bg1"/>
                    </a:solidFill>
                  </a:ln>
                  <a:solidFill>
                    <a:srgbClr val="FF0000"/>
                  </a:solidFill>
                </a:rPr>
                <a:t>x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896AA7D-12CE-93AB-2836-733CD3D64C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94190" y="3038711"/>
            <a:ext cx="1656024" cy="2467072"/>
            <a:chOff x="3533666" y="1925412"/>
            <a:chExt cx="1656024" cy="788600"/>
          </a:xfrm>
        </p:grpSpPr>
        <p:sp>
          <p:nvSpPr>
            <p:cNvPr id="12" name="Right Bracket 11">
              <a:extLst>
                <a:ext uri="{FF2B5EF4-FFF2-40B4-BE49-F238E27FC236}">
                  <a16:creationId xmlns:a16="http://schemas.microsoft.com/office/drawing/2014/main" id="{803D4A68-131C-0439-6AE3-D88536BFAB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33666" y="1925412"/>
              <a:ext cx="204850" cy="788600"/>
            </a:xfrm>
            <a:prstGeom prst="rightBracket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2A9DB45-E770-554A-EA04-ACCB121012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738516" y="2067765"/>
              <a:ext cx="1451174" cy="147571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n>
                    <a:solidFill>
                      <a:schemeClr val="bg1"/>
                    </a:solidFill>
                  </a:ln>
                  <a:solidFill>
                    <a:srgbClr val="FF0000"/>
                  </a:solidFill>
                </a:rPr>
                <a:t>result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1D77567-F71C-5B08-EEA8-DCDB9D04B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150214" y="2746987"/>
            <a:ext cx="1739986" cy="2810332"/>
            <a:chOff x="3533666" y="1925412"/>
            <a:chExt cx="1511714" cy="788600"/>
          </a:xfrm>
        </p:grpSpPr>
        <p:sp>
          <p:nvSpPr>
            <p:cNvPr id="15" name="Right Bracket 14">
              <a:extLst>
                <a:ext uri="{FF2B5EF4-FFF2-40B4-BE49-F238E27FC236}">
                  <a16:creationId xmlns:a16="http://schemas.microsoft.com/office/drawing/2014/main" id="{3FA2D732-DA8B-0C2A-98CB-CCA6A7ECBE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3533666" y="1925412"/>
              <a:ext cx="204850" cy="788600"/>
            </a:xfrm>
            <a:prstGeom prst="rightBracket">
              <a:avLst/>
            </a:prstGeom>
            <a:ln w="38100">
              <a:solidFill>
                <a:srgbClr val="00B05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A1E85E0-D378-F97C-092A-78A4560CE1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 txBox="1"/>
            <p:nvPr/>
          </p:nvSpPr>
          <p:spPr>
            <a:xfrm>
              <a:off x="3738516" y="2067765"/>
              <a:ext cx="1306864" cy="129547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err="1">
                  <a:ln>
                    <a:solidFill>
                      <a:schemeClr val="bg1"/>
                    </a:solidFill>
                  </a:ln>
                  <a:solidFill>
                    <a:srgbClr val="FF0000"/>
                  </a:solidFill>
                </a:rPr>
                <a:t>toSquare</a:t>
              </a:r>
              <a:endParaRPr lang="en-US" sz="2400" dirty="0">
                <a:ln>
                  <a:solidFill>
                    <a:schemeClr val="bg1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28376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Functions and scopes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65125" y="1538818"/>
            <a:ext cx="8415338" cy="6057043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sz="2800" dirty="0">
                <a:solidFill>
                  <a:schemeClr val="tx1"/>
                </a:solidFill>
              </a:rPr>
              <a:t>Ideally, functions would only use their input variables, and local variables</a:t>
            </a:r>
          </a:p>
          <a:p>
            <a:pPr lvl="2">
              <a:buClr>
                <a:srgbClr val="007FA9"/>
              </a:buClr>
            </a:pPr>
            <a:r>
              <a:rPr lang="en-US" sz="2400" dirty="0">
                <a:solidFill>
                  <a:schemeClr val="tx1"/>
                </a:solidFill>
              </a:rPr>
              <a:t> So the function is reusable in other programs</a:t>
            </a:r>
          </a:p>
          <a:p>
            <a:pPr lvl="2">
              <a:buClr>
                <a:srgbClr val="007FA9"/>
              </a:buClr>
            </a:pPr>
            <a:r>
              <a:rPr lang="en-US" sz="2400" dirty="0">
                <a:solidFill>
                  <a:schemeClr val="tx1"/>
                </a:solidFill>
              </a:rPr>
              <a:t> easier to understand (no hidden values &amp; variables!)</a:t>
            </a:r>
          </a:p>
          <a:p>
            <a:pPr lvl="1">
              <a:buClr>
                <a:srgbClr val="007FA9"/>
              </a:buClr>
            </a:pPr>
            <a:endParaRPr lang="en-US" sz="2400" dirty="0">
              <a:solidFill>
                <a:schemeClr val="tx1"/>
              </a:solidFill>
            </a:endParaRPr>
          </a:p>
          <a:p>
            <a:pPr>
              <a:buClr>
                <a:srgbClr val="007FA9"/>
              </a:buClr>
            </a:pPr>
            <a:r>
              <a:rPr lang="en-US" sz="2800" dirty="0">
                <a:solidFill>
                  <a:schemeClr val="tx1"/>
                </a:solidFill>
              </a:rPr>
              <a:t>But functions can access global variables</a:t>
            </a:r>
          </a:p>
          <a:p>
            <a:pPr marL="228600" lvl="1" indent="0">
              <a:buClr>
                <a:srgbClr val="007FA9"/>
              </a:buClr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228600" lvl="1" indent="0">
              <a:buClr>
                <a:srgbClr val="007FA9"/>
              </a:buClr>
              <a:buNone/>
            </a:pPr>
            <a:r>
              <a:rPr lang="en-US" sz="2400" dirty="0" err="1">
                <a:solidFill>
                  <a:schemeClr val="tx1"/>
                </a:solidFill>
              </a:rPr>
              <a:t>xGlobal</a:t>
            </a:r>
            <a:r>
              <a:rPr lang="en-US" sz="2400" dirty="0">
                <a:solidFill>
                  <a:schemeClr val="tx1"/>
                </a:solidFill>
              </a:rPr>
              <a:t> = 10</a:t>
            </a:r>
          </a:p>
          <a:p>
            <a:pPr marL="228600" lvl="1" indent="0">
              <a:buClr>
                <a:srgbClr val="007FA9"/>
              </a:buClr>
              <a:buNone/>
            </a:pPr>
            <a:r>
              <a:rPr lang="en-US" sz="2400" dirty="0">
                <a:solidFill>
                  <a:schemeClr val="tx1"/>
                </a:solidFill>
              </a:rPr>
              <a:t>def </a:t>
            </a:r>
            <a:r>
              <a:rPr lang="en-US" sz="2400" dirty="0" err="1">
                <a:solidFill>
                  <a:schemeClr val="tx1"/>
                </a:solidFill>
              </a:rPr>
              <a:t>smallFunction</a:t>
            </a:r>
            <a:r>
              <a:rPr lang="en-US" sz="2400" dirty="0">
                <a:solidFill>
                  <a:schemeClr val="tx1"/>
                </a:solidFill>
              </a:rPr>
              <a:t>():</a:t>
            </a:r>
          </a:p>
          <a:p>
            <a:pPr marL="400050" lvl="2" indent="0">
              <a:buClr>
                <a:srgbClr val="007FA9"/>
              </a:buClr>
              <a:buNone/>
            </a:pPr>
            <a:r>
              <a:rPr lang="en-US" sz="2000" dirty="0">
                <a:solidFill>
                  <a:schemeClr val="tx1"/>
                </a:solidFill>
              </a:rPr>
              <a:t>  </a:t>
            </a:r>
            <a:r>
              <a:rPr lang="en-US" sz="2400" dirty="0">
                <a:solidFill>
                  <a:schemeClr val="tx1"/>
                </a:solidFill>
              </a:rPr>
              <a:t>print(</a:t>
            </a:r>
            <a:r>
              <a:rPr lang="en-US" sz="2400" dirty="0" err="1">
                <a:solidFill>
                  <a:schemeClr val="tx1"/>
                </a:solidFill>
              </a:rPr>
              <a:t>xGlobal</a:t>
            </a:r>
            <a:r>
              <a:rPr lang="en-US" sz="2400" dirty="0">
                <a:solidFill>
                  <a:schemeClr val="tx1"/>
                </a:solidFill>
              </a:rPr>
              <a:t>)</a:t>
            </a:r>
          </a:p>
          <a:p>
            <a:pPr>
              <a:buClr>
                <a:srgbClr val="007FA9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Clr>
                <a:srgbClr val="007FA9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Clr>
                <a:srgbClr val="007FA9"/>
              </a:buClr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429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Scope rules for code inside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97205" y="1371600"/>
            <a:ext cx="8415338" cy="3459409"/>
          </a:xfrm>
        </p:spPr>
        <p:txBody>
          <a:bodyPr/>
          <a:lstStyle/>
          <a:p>
            <a:pPr>
              <a:buClr>
                <a:srgbClr val="007FA9"/>
              </a:buClr>
            </a:pPr>
            <a:r>
              <a:rPr lang="en-US" sz="3200" dirty="0">
                <a:solidFill>
                  <a:schemeClr val="tx1"/>
                </a:solidFill>
              </a:rPr>
              <a:t>You can read &amp; write local variables</a:t>
            </a:r>
          </a:p>
          <a:p>
            <a:pPr>
              <a:buClr>
                <a:srgbClr val="007FA9"/>
              </a:buClr>
            </a:pPr>
            <a:r>
              <a:rPr lang="en-US" sz="3200" dirty="0">
                <a:solidFill>
                  <a:schemeClr val="tx1"/>
                </a:solidFill>
              </a:rPr>
              <a:t>You can read &amp; write formal parameters</a:t>
            </a:r>
          </a:p>
          <a:p>
            <a:pPr>
              <a:buClr>
                <a:srgbClr val="007FA9"/>
              </a:buClr>
            </a:pPr>
            <a:r>
              <a:rPr lang="en-US" sz="3200" dirty="0">
                <a:solidFill>
                  <a:schemeClr val="tx1"/>
                </a:solidFill>
              </a:rPr>
              <a:t>You can read global variables</a:t>
            </a:r>
          </a:p>
          <a:p>
            <a:pPr>
              <a:buClr>
                <a:srgbClr val="007FA9"/>
              </a:buClr>
            </a:pPr>
            <a:r>
              <a:rPr lang="en-US" sz="3200" dirty="0">
                <a:solidFill>
                  <a:schemeClr val="tx1"/>
                </a:solidFill>
              </a:rPr>
              <a:t>You should NOT write to global variables</a:t>
            </a:r>
            <a:endParaRPr lang="en-US" sz="2800" dirty="0">
              <a:solidFill>
                <a:schemeClr val="tx1"/>
              </a:solidFill>
            </a:endParaRPr>
          </a:p>
          <a:p>
            <a:pPr>
              <a:buClr>
                <a:srgbClr val="007FA9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>
              <a:buClr>
                <a:srgbClr val="007FA9"/>
              </a:buClr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43083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97205" y="1371600"/>
            <a:ext cx="8415338" cy="4235006"/>
          </a:xfrm>
        </p:spPr>
        <p:txBody>
          <a:bodyPr/>
          <a:lstStyle/>
          <a:p>
            <a:pPr marL="0" indent="0">
              <a:buClr>
                <a:srgbClr val="007FA9"/>
              </a:buClr>
              <a:buNone/>
            </a:pPr>
            <a:r>
              <a:rPr lang="en-US" sz="2800" dirty="0">
                <a:solidFill>
                  <a:schemeClr val="tx1"/>
                </a:solidFill>
              </a:rPr>
              <a:t>def greet(name):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" " " This function greets to the person passed in as a parameter """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sz="2800" dirty="0">
                <a:solidFill>
                  <a:schemeClr val="tx1"/>
                </a:solidFill>
              </a:rPr>
              <a:t>    print("Hello, " + name + ". Good morning!")</a:t>
            </a:r>
          </a:p>
          <a:p>
            <a:pPr>
              <a:buClr>
                <a:srgbClr val="007FA9"/>
              </a:buClr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Clr>
                <a:srgbClr val="007FA9"/>
              </a:buClr>
              <a:buNone/>
            </a:pPr>
            <a:r>
              <a:rPr lang="en-US" sz="2800" dirty="0">
                <a:solidFill>
                  <a:schemeClr val="tx1"/>
                </a:solidFill>
              </a:rPr>
              <a:t>greet(‘Paul’)</a:t>
            </a:r>
          </a:p>
          <a:p>
            <a:pPr marL="0" indent="0">
              <a:buClr>
                <a:srgbClr val="007FA9"/>
              </a:buClr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Clr>
                <a:srgbClr val="007FA9"/>
              </a:buClr>
              <a:buNone/>
            </a:pPr>
            <a:endParaRPr lang="en-US" sz="2800" dirty="0">
              <a:solidFill>
                <a:schemeClr val="tx1"/>
              </a:solidFill>
            </a:endParaRPr>
          </a:p>
          <a:p>
            <a:pPr marL="0" indent="0">
              <a:buClr>
                <a:srgbClr val="007FA9"/>
              </a:buClr>
              <a:buNone/>
            </a:pPr>
            <a:r>
              <a:rPr lang="en-US" sz="2800" dirty="0">
                <a:solidFill>
                  <a:schemeClr val="tx1"/>
                </a:solidFill>
              </a:rPr>
              <a:t>Hello, Paul. Good morning!</a:t>
            </a:r>
          </a:p>
        </p:txBody>
      </p:sp>
    </p:spTree>
    <p:extLst>
      <p:ext uri="{BB962C8B-B14F-4D97-AF65-F5344CB8AC3E}">
        <p14:creationId xmlns:p14="http://schemas.microsoft.com/office/powerpoint/2010/main" val="19834603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397205" y="1371600"/>
            <a:ext cx="8415338" cy="4696670"/>
          </a:xfrm>
        </p:spPr>
        <p:txBody>
          <a:bodyPr/>
          <a:lstStyle/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absolute_value</a:t>
            </a:r>
            <a:r>
              <a:rPr lang="en-US" dirty="0">
                <a:solidFill>
                  <a:schemeClr val="tx1"/>
                </a:solidFill>
              </a:rPr>
              <a:t>(num):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sz="1600" dirty="0">
                <a:solidFill>
                  <a:schemeClr val="tx1"/>
                </a:solidFill>
              </a:rPr>
              <a:t>    """This function returns the absolute value of the entered number"""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if num &gt;= 0: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return num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else: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        return -num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print(</a:t>
            </a:r>
            <a:r>
              <a:rPr lang="en-US" dirty="0" err="1">
                <a:solidFill>
                  <a:schemeClr val="tx1"/>
                </a:solidFill>
              </a:rPr>
              <a:t>absolute_value</a:t>
            </a:r>
            <a:r>
              <a:rPr lang="en-US" dirty="0">
                <a:solidFill>
                  <a:schemeClr val="tx1"/>
                </a:solidFill>
              </a:rPr>
              <a:t>(2))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print(</a:t>
            </a:r>
            <a:r>
              <a:rPr lang="en-US" dirty="0" err="1">
                <a:solidFill>
                  <a:schemeClr val="tx1"/>
                </a:solidFill>
              </a:rPr>
              <a:t>absolute_value</a:t>
            </a:r>
            <a:r>
              <a:rPr lang="en-US" dirty="0">
                <a:solidFill>
                  <a:schemeClr val="tx1"/>
                </a:solidFill>
              </a:rPr>
              <a:t>(-4))</a:t>
            </a:r>
          </a:p>
          <a:p>
            <a:pPr marL="0" indent="0">
              <a:buClr>
                <a:srgbClr val="007FA9"/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2</a:t>
            </a:r>
          </a:p>
          <a:p>
            <a:pPr marL="0" indent="0">
              <a:buClr>
                <a:srgbClr val="007FA9"/>
              </a:buClr>
              <a:buNone/>
            </a:pPr>
            <a:r>
              <a:rPr lang="en-US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050190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examples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FD51CC-1727-2BD8-222B-4928833E613E}"/>
              </a:ext>
            </a:extLst>
          </p:cNvPr>
          <p:cNvSpPr txBox="1"/>
          <p:nvPr/>
        </p:nvSpPr>
        <p:spPr>
          <a:xfrm>
            <a:off x="533400" y="1143000"/>
            <a:ext cx="7428751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introduction(message):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'''This function prints the message'''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print(message)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'''This function asks and return the person's age'''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(int(input(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"What is your age: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get_number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(x):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'''This function gets a random number (sort of)'''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&gt;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introduction(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"Good morning"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youLookLike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yourAge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get_number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"You only look "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youLookLike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2056284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71249"/>
            <a:ext cx="8026400" cy="366254"/>
          </a:xfrm>
        </p:spPr>
        <p:txBody>
          <a:bodyPr/>
          <a:lstStyle/>
          <a:p>
            <a:r>
              <a:rPr lang="en-US" sz="2800" b="1" dirty="0">
                <a:solidFill>
                  <a:srgbClr val="007FA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examples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6DF982-9D08-1BC2-3C82-D4C3D7DDE672}"/>
              </a:ext>
            </a:extLst>
          </p:cNvPr>
          <p:cNvSpPr txBox="1"/>
          <p:nvPr/>
        </p:nvSpPr>
        <p:spPr>
          <a:xfrm>
            <a:off x="381000" y="1295400"/>
            <a:ext cx="8407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open_file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fileName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'''This function opens the file name and return the file handler f'''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process_file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'''This function loops through all the file handler f and does something. Returns True if is worked'''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close_file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(f):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'''This function closes the file'''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 =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open_file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"temp.xls"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process_file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(f)</a:t>
            </a:r>
          </a:p>
          <a:p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close_file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(f)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62541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3d19f74-6bc9-4aed-b277-f53d52e7cc56" xsi:nil="true"/>
    <lcf76f155ced4ddcb4097134ff3c332f xmlns="e88296c4-2d3a-4b5e-b7cc-73362ec365d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E01F302C440524FA31D7DCD25615BF1" ma:contentTypeVersion="18" ma:contentTypeDescription="Create a new document." ma:contentTypeScope="" ma:versionID="9b5ef13840dbd2ba38235b934d7adefd">
  <xsd:schema xmlns:xsd="http://www.w3.org/2001/XMLSchema" xmlns:xs="http://www.w3.org/2001/XMLSchema" xmlns:p="http://schemas.microsoft.com/office/2006/metadata/properties" xmlns:ns2="e88296c4-2d3a-4b5e-b7cc-73362ec365d5" xmlns:ns3="53d19f74-6bc9-4aed-b277-f53d52e7cc56" targetNamespace="http://schemas.microsoft.com/office/2006/metadata/properties" ma:root="true" ma:fieldsID="b0e641f3e07b035cf079653ee302fc15" ns2:_="" ns3:_="">
    <xsd:import namespace="e88296c4-2d3a-4b5e-b7cc-73362ec365d5"/>
    <xsd:import namespace="53d19f74-6bc9-4aed-b277-f53d52e7cc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LengthInSeconds" minOccurs="0"/>
                <xsd:element ref="ns3:TaxCatchAll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8296c4-2d3a-4b5e-b7cc-73362ec365d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87414def-154c-4d25-b3bb-ada8546948f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d19f74-6bc9-4aed-b277-f53d52e7cc5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543154f-11f0-48ee-8c22-1520160f28f3}" ma:internalName="TaxCatchAll" ma:showField="CatchAllData" ma:web="53d19f74-6bc9-4aed-b277-f53d52e7cc5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66B30DD-A483-4796-9EFF-1AE1134C964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7FDF25F6-0752-4C19-8434-9DFEF022D46B}"/>
</file>

<file path=customXml/itemProps3.xml><?xml version="1.0" encoding="utf-8"?>
<ds:datastoreItem xmlns:ds="http://schemas.openxmlformats.org/officeDocument/2006/customXml" ds:itemID="{A95B7586-60D7-4133-985C-24D983CB7BF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21741</TotalTime>
  <Words>1476</Words>
  <Application>Microsoft Office PowerPoint</Application>
  <PresentationFormat>On-screen Show (4:3)</PresentationFormat>
  <Paragraphs>194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Office Theme</vt:lpstr>
      <vt:lpstr>ICT703 Programming</vt:lpstr>
      <vt:lpstr>Objectives</vt:lpstr>
      <vt:lpstr>What Functions Are and How They Work</vt:lpstr>
      <vt:lpstr>Programming Concepts</vt:lpstr>
      <vt:lpstr>Functions as Abstraction Mechanisms</vt:lpstr>
      <vt:lpstr>The Syntax of Simple Function Definitions</vt:lpstr>
      <vt:lpstr>Parameters and Arguments</vt:lpstr>
      <vt:lpstr>Functions Eliminate Redundancy</vt:lpstr>
      <vt:lpstr>Functions Hide Complexity</vt:lpstr>
      <vt:lpstr>Functions Support General Methods with Systematic Variations</vt:lpstr>
      <vt:lpstr>Functions Support the Division of Labor</vt:lpstr>
      <vt:lpstr>Problem Solving with Top-Down Design</vt:lpstr>
      <vt:lpstr>The Return Statement</vt:lpstr>
      <vt:lpstr>Boolean Functions</vt:lpstr>
      <vt:lpstr>Lifetime</vt:lpstr>
      <vt:lpstr>Scope of Variables</vt:lpstr>
      <vt:lpstr>Scope of Variables</vt:lpstr>
      <vt:lpstr>Functions and scopes</vt:lpstr>
      <vt:lpstr>Scope rules for code inside a function</vt:lpstr>
      <vt:lpstr>Some examples</vt:lpstr>
      <vt:lpstr>Some examples</vt:lpstr>
      <vt:lpstr>Some examples</vt:lpstr>
      <vt:lpstr>Some examples</vt:lpstr>
    </vt:vector>
  </TitlesOfParts>
  <Company>SPi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Fundamentals of Python: First Programs, 2e</dc:title>
  <dc:creator>Author</dc:creator>
  <cp:lastModifiedBy>Andrew Lang</cp:lastModifiedBy>
  <cp:revision>882</cp:revision>
  <cp:lastPrinted>2010-11-12T17:54:40Z</cp:lastPrinted>
  <dcterms:created xsi:type="dcterms:W3CDTF">2007-02-15T20:50:52Z</dcterms:created>
  <dcterms:modified xsi:type="dcterms:W3CDTF">2022-08-08T03:59:47Z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AdHocReviewCycleID">
    <vt:i4>732539425</vt:i4>
  </property>
  <property fmtid="{D5CDD505-2E9C-101B-9397-08002B2CF9AE}" pid="3" name="_NewReviewCycle">
    <vt:lpwstr/>
  </property>
  <property fmtid="{D5CDD505-2E9C-101B-9397-08002B2CF9AE}" pid="4" name="_EmailSubject">
    <vt:lpwstr>Cengage Branding/Accessibility </vt:lpwstr>
  </property>
  <property fmtid="{D5CDD505-2E9C-101B-9397-08002B2CF9AE}" pid="5" name="_AuthorEmail">
    <vt:lpwstr>maria.garguilo@cengage.com</vt:lpwstr>
  </property>
  <property fmtid="{D5CDD505-2E9C-101B-9397-08002B2CF9AE}" pid="6" name="_AuthorEmailDisplayName">
    <vt:lpwstr>Garguilo, Maria</vt:lpwstr>
  </property>
  <property fmtid="{D5CDD505-2E9C-101B-9397-08002B2CF9AE}" pid="7" name="_PreviousAdHocReviewCycleID">
    <vt:i4>1933890983</vt:i4>
  </property>
  <property fmtid="{D5CDD505-2E9C-101B-9397-08002B2CF9AE}" pid="8" name="ContentTypeId">
    <vt:lpwstr>0x0101000E01F302C440524FA31D7DCD25615BF1</vt:lpwstr>
  </property>
</Properties>
</file>