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391" r:id="rId7"/>
    <p:sldId id="392" r:id="rId8"/>
    <p:sldId id="348" r:id="rId9"/>
    <p:sldId id="388" r:id="rId10"/>
    <p:sldId id="390" r:id="rId11"/>
    <p:sldId id="350" r:id="rId12"/>
    <p:sldId id="351" r:id="rId13"/>
    <p:sldId id="352" r:id="rId14"/>
    <p:sldId id="354" r:id="rId15"/>
    <p:sldId id="393" r:id="rId16"/>
    <p:sldId id="356" r:id="rId17"/>
    <p:sldId id="357" r:id="rId18"/>
    <p:sldId id="375" r:id="rId19"/>
    <p:sldId id="378" r:id="rId20"/>
    <p:sldId id="376" r:id="rId21"/>
    <p:sldId id="379" r:id="rId22"/>
    <p:sldId id="380" r:id="rId23"/>
    <p:sldId id="387" r:id="rId24"/>
  </p:sldIdLst>
  <p:sldSz cx="9144000" cy="6858000" type="screen4x3"/>
  <p:notesSz cx="9372600" cy="7086600"/>
  <p:custDataLst>
    <p:tags r:id="rId2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9"/>
    <a:srgbClr val="1B70A5"/>
    <a:srgbClr val="FFFFFF"/>
    <a:srgbClr val="96CDEE"/>
    <a:srgbClr val="0F3F5D"/>
    <a:srgbClr val="01773A"/>
    <a:srgbClr val="156B13"/>
    <a:srgbClr val="008000"/>
    <a:srgbClr val="F2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E27B7-8550-4F03-BBEA-547AA57A9B20}" v="6" dt="2022-07-18T01:33:21.4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4" autoAdjust="0"/>
    <p:restoredTop sz="86443" autoAdjust="0"/>
  </p:normalViewPr>
  <p:slideViewPr>
    <p:cSldViewPr>
      <p:cViewPr varScale="1">
        <p:scale>
          <a:sx n="95" d="100"/>
          <a:sy n="95" d="100"/>
        </p:scale>
        <p:origin x="166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Lang" userId="fe72763d-3229-405d-97e2-fc50bf7354ed" providerId="ADAL" clId="{E75E27B7-8550-4F03-BBEA-547AA57A9B20}"/>
    <pc:docChg chg="undo custSel addSld delSld modSld sldOrd">
      <pc:chgData name="Andrew Lang" userId="fe72763d-3229-405d-97e2-fc50bf7354ed" providerId="ADAL" clId="{E75E27B7-8550-4F03-BBEA-547AA57A9B20}" dt="2022-07-18T02:24:40.764" v="917" actId="20577"/>
      <pc:docMkLst>
        <pc:docMk/>
      </pc:docMkLst>
      <pc:sldChg chg="modSp mod">
        <pc:chgData name="Andrew Lang" userId="fe72763d-3229-405d-97e2-fc50bf7354ed" providerId="ADAL" clId="{E75E27B7-8550-4F03-BBEA-547AA57A9B20}" dt="2022-07-18T00:55:21.719" v="44" actId="113"/>
        <pc:sldMkLst>
          <pc:docMk/>
          <pc:sldMk cId="3699752921" sldId="256"/>
        </pc:sldMkLst>
        <pc:spChg chg="mod">
          <ac:chgData name="Andrew Lang" userId="fe72763d-3229-405d-97e2-fc50bf7354ed" providerId="ADAL" clId="{E75E27B7-8550-4F03-BBEA-547AA57A9B20}" dt="2022-07-18T00:55:00.504" v="14" actId="20577"/>
          <ac:spMkLst>
            <pc:docMk/>
            <pc:sldMk cId="3699752921" sldId="256"/>
            <ac:spMk id="2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0:55:21.719" v="44" actId="113"/>
          <ac:spMkLst>
            <pc:docMk/>
            <pc:sldMk cId="3699752921" sldId="256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0:59:43.089" v="86" actId="403"/>
        <pc:sldMkLst>
          <pc:docMk/>
          <pc:sldMk cId="2685841868" sldId="257"/>
        </pc:sldMkLst>
        <pc:spChg chg="mod">
          <ac:chgData name="Andrew Lang" userId="fe72763d-3229-405d-97e2-fc50bf7354ed" providerId="ADAL" clId="{E75E27B7-8550-4F03-BBEA-547AA57A9B20}" dt="2022-07-18T00:58:30.291" v="45" actId="6549"/>
          <ac:spMkLst>
            <pc:docMk/>
            <pc:sldMk cId="2685841868" sldId="257"/>
            <ac:spMk id="2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0:59:43.089" v="86" actId="403"/>
          <ac:spMkLst>
            <pc:docMk/>
            <pc:sldMk cId="2685841868" sldId="257"/>
            <ac:spMk id="3" creationId="{00000000-0000-0000-0000-000000000000}"/>
          </ac:spMkLst>
        </pc:spChg>
      </pc:sldChg>
      <pc:sldChg chg="del">
        <pc:chgData name="Andrew Lang" userId="fe72763d-3229-405d-97e2-fc50bf7354ed" providerId="ADAL" clId="{E75E27B7-8550-4F03-BBEA-547AA57A9B20}" dt="2022-07-18T01:38:54.195" v="915" actId="47"/>
        <pc:sldMkLst>
          <pc:docMk/>
          <pc:sldMk cId="269405933" sldId="307"/>
        </pc:sldMkLst>
      </pc:sldChg>
      <pc:sldChg chg="del">
        <pc:chgData name="Andrew Lang" userId="fe72763d-3229-405d-97e2-fc50bf7354ed" providerId="ADAL" clId="{E75E27B7-8550-4F03-BBEA-547AA57A9B20}" dt="2022-07-18T01:38:55.557" v="916" actId="47"/>
        <pc:sldMkLst>
          <pc:docMk/>
          <pc:sldMk cId="1001442182" sldId="308"/>
        </pc:sldMkLst>
      </pc:sldChg>
      <pc:sldChg chg="del">
        <pc:chgData name="Andrew Lang" userId="fe72763d-3229-405d-97e2-fc50bf7354ed" providerId="ADAL" clId="{E75E27B7-8550-4F03-BBEA-547AA57A9B20}" dt="2022-07-18T01:38:51.445" v="914" actId="47"/>
        <pc:sldMkLst>
          <pc:docMk/>
          <pc:sldMk cId="1250031923" sldId="346"/>
        </pc:sldMkLst>
      </pc:sldChg>
      <pc:sldChg chg="modSp mod">
        <pc:chgData name="Andrew Lang" userId="fe72763d-3229-405d-97e2-fc50bf7354ed" providerId="ADAL" clId="{E75E27B7-8550-4F03-BBEA-547AA57A9B20}" dt="2022-07-18T01:04:59.622" v="249" actId="6549"/>
        <pc:sldMkLst>
          <pc:docMk/>
          <pc:sldMk cId="3725772123" sldId="348"/>
        </pc:sldMkLst>
        <pc:spChg chg="mod">
          <ac:chgData name="Andrew Lang" userId="fe72763d-3229-405d-97e2-fc50bf7354ed" providerId="ADAL" clId="{E75E27B7-8550-4F03-BBEA-547AA57A9B20}" dt="2022-07-18T01:04:59.622" v="249" actId="6549"/>
          <ac:spMkLst>
            <pc:docMk/>
            <pc:sldMk cId="3725772123" sldId="348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1:09:47.763" v="373" actId="6549"/>
        <pc:sldMkLst>
          <pc:docMk/>
          <pc:sldMk cId="1618418238" sldId="350"/>
        </pc:sldMkLst>
        <pc:spChg chg="mod">
          <ac:chgData name="Andrew Lang" userId="fe72763d-3229-405d-97e2-fc50bf7354ed" providerId="ADAL" clId="{E75E27B7-8550-4F03-BBEA-547AA57A9B20}" dt="2022-07-18T01:09:47.763" v="373" actId="6549"/>
          <ac:spMkLst>
            <pc:docMk/>
            <pc:sldMk cId="1618418238" sldId="350"/>
            <ac:spMk id="4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1:11:58.251" v="408" actId="20577"/>
        <pc:sldMkLst>
          <pc:docMk/>
          <pc:sldMk cId="4054570254" sldId="351"/>
        </pc:sldMkLst>
        <pc:spChg chg="mod">
          <ac:chgData name="Andrew Lang" userId="fe72763d-3229-405d-97e2-fc50bf7354ed" providerId="ADAL" clId="{E75E27B7-8550-4F03-BBEA-547AA57A9B20}" dt="2022-07-18T01:11:47.308" v="398" actId="20577"/>
          <ac:spMkLst>
            <pc:docMk/>
            <pc:sldMk cId="4054570254" sldId="351"/>
            <ac:spMk id="4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11:39.692" v="396" actId="1076"/>
          <ac:spMkLst>
            <pc:docMk/>
            <pc:sldMk cId="4054570254" sldId="351"/>
            <ac:spMk id="6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11:58.251" v="408" actId="20577"/>
          <ac:spMkLst>
            <pc:docMk/>
            <pc:sldMk cId="4054570254" sldId="351"/>
            <ac:spMk id="7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1:13:17.972" v="441" actId="6549"/>
        <pc:sldMkLst>
          <pc:docMk/>
          <pc:sldMk cId="80966979" sldId="352"/>
        </pc:sldMkLst>
        <pc:spChg chg="mod">
          <ac:chgData name="Andrew Lang" userId="fe72763d-3229-405d-97e2-fc50bf7354ed" providerId="ADAL" clId="{E75E27B7-8550-4F03-BBEA-547AA57A9B20}" dt="2022-07-18T01:13:17.972" v="441" actId="6549"/>
          <ac:spMkLst>
            <pc:docMk/>
            <pc:sldMk cId="80966979" sldId="352"/>
            <ac:spMk id="4" creationId="{00000000-0000-0000-0000-000000000000}"/>
          </ac:spMkLst>
        </pc:spChg>
      </pc:sldChg>
      <pc:sldChg chg="del ord">
        <pc:chgData name="Andrew Lang" userId="fe72763d-3229-405d-97e2-fc50bf7354ed" providerId="ADAL" clId="{E75E27B7-8550-4F03-BBEA-547AA57A9B20}" dt="2022-07-18T01:31:16.602" v="883" actId="47"/>
        <pc:sldMkLst>
          <pc:docMk/>
          <pc:sldMk cId="3420285911" sldId="353"/>
        </pc:sldMkLst>
      </pc:sldChg>
      <pc:sldChg chg="modSp mod">
        <pc:chgData name="Andrew Lang" userId="fe72763d-3229-405d-97e2-fc50bf7354ed" providerId="ADAL" clId="{E75E27B7-8550-4F03-BBEA-547AA57A9B20}" dt="2022-07-18T01:14:04.476" v="444" actId="20577"/>
        <pc:sldMkLst>
          <pc:docMk/>
          <pc:sldMk cId="4134396030" sldId="354"/>
        </pc:sldMkLst>
        <pc:spChg chg="mod">
          <ac:chgData name="Andrew Lang" userId="fe72763d-3229-405d-97e2-fc50bf7354ed" providerId="ADAL" clId="{E75E27B7-8550-4F03-BBEA-547AA57A9B20}" dt="2022-07-18T01:14:04.476" v="444" actId="20577"/>
          <ac:spMkLst>
            <pc:docMk/>
            <pc:sldMk cId="4134396030" sldId="354"/>
            <ac:spMk id="4" creationId="{00000000-0000-0000-0000-000000000000}"/>
          </ac:spMkLst>
        </pc:spChg>
      </pc:sldChg>
      <pc:sldChg chg="addSp delSp modSp del mod">
        <pc:chgData name="Andrew Lang" userId="fe72763d-3229-405d-97e2-fc50bf7354ed" providerId="ADAL" clId="{E75E27B7-8550-4F03-BBEA-547AA57A9B20}" dt="2022-07-18T01:27:48.333" v="802" actId="47"/>
        <pc:sldMkLst>
          <pc:docMk/>
          <pc:sldMk cId="1258033874" sldId="355"/>
        </pc:sldMkLst>
        <pc:spChg chg="del mod">
          <ac:chgData name="Andrew Lang" userId="fe72763d-3229-405d-97e2-fc50bf7354ed" providerId="ADAL" clId="{E75E27B7-8550-4F03-BBEA-547AA57A9B20}" dt="2022-07-18T01:23:50.781" v="619" actId="478"/>
          <ac:spMkLst>
            <pc:docMk/>
            <pc:sldMk cId="1258033874" sldId="355"/>
            <ac:spMk id="3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24:06.485" v="623" actId="14"/>
          <ac:spMkLst>
            <pc:docMk/>
            <pc:sldMk cId="1258033874" sldId="355"/>
            <ac:spMk id="4" creationId="{00000000-0000-0000-0000-000000000000}"/>
          </ac:spMkLst>
        </pc:spChg>
        <pc:spChg chg="del mod">
          <ac:chgData name="Andrew Lang" userId="fe72763d-3229-405d-97e2-fc50bf7354ed" providerId="ADAL" clId="{E75E27B7-8550-4F03-BBEA-547AA57A9B20}" dt="2022-07-18T01:22:24.184" v="599" actId="478"/>
          <ac:spMkLst>
            <pc:docMk/>
            <pc:sldMk cId="1258033874" sldId="355"/>
            <ac:spMk id="6" creationId="{00000000-0000-0000-0000-000000000000}"/>
          </ac:spMkLst>
        </pc:spChg>
        <pc:spChg chg="del">
          <ac:chgData name="Andrew Lang" userId="fe72763d-3229-405d-97e2-fc50bf7354ed" providerId="ADAL" clId="{E75E27B7-8550-4F03-BBEA-547AA57A9B20}" dt="2022-07-18T01:22:43.814" v="605" actId="478"/>
          <ac:spMkLst>
            <pc:docMk/>
            <pc:sldMk cId="1258033874" sldId="355"/>
            <ac:spMk id="7" creationId="{00000000-0000-0000-0000-000000000000}"/>
          </ac:spMkLst>
        </pc:spChg>
        <pc:spChg chg="del mod">
          <ac:chgData name="Andrew Lang" userId="fe72763d-3229-405d-97e2-fc50bf7354ed" providerId="ADAL" clId="{E75E27B7-8550-4F03-BBEA-547AA57A9B20}" dt="2022-07-18T01:23:30.217" v="614" actId="478"/>
          <ac:spMkLst>
            <pc:docMk/>
            <pc:sldMk cId="1258033874" sldId="355"/>
            <ac:spMk id="8" creationId="{00000000-0000-0000-0000-000000000000}"/>
          </ac:spMkLst>
        </pc:spChg>
        <pc:spChg chg="add del mod">
          <ac:chgData name="Andrew Lang" userId="fe72763d-3229-405d-97e2-fc50bf7354ed" providerId="ADAL" clId="{E75E27B7-8550-4F03-BBEA-547AA57A9B20}" dt="2022-07-18T01:22:52.234" v="606" actId="478"/>
          <ac:spMkLst>
            <pc:docMk/>
            <pc:sldMk cId="1258033874" sldId="355"/>
            <ac:spMk id="9" creationId="{A0360A7B-9E02-19EA-B117-188902DCC096}"/>
          </ac:spMkLst>
        </pc:spChg>
        <pc:spChg chg="add del mod">
          <ac:chgData name="Andrew Lang" userId="fe72763d-3229-405d-97e2-fc50bf7354ed" providerId="ADAL" clId="{E75E27B7-8550-4F03-BBEA-547AA57A9B20}" dt="2022-07-18T01:23:34.720" v="615" actId="478"/>
          <ac:spMkLst>
            <pc:docMk/>
            <pc:sldMk cId="1258033874" sldId="355"/>
            <ac:spMk id="11" creationId="{B4991078-7B04-6C95-4CE9-A625BF20722D}"/>
          </ac:spMkLst>
        </pc:spChg>
      </pc:sldChg>
      <pc:sldChg chg="addSp delSp modSp mod">
        <pc:chgData name="Andrew Lang" userId="fe72763d-3229-405d-97e2-fc50bf7354ed" providerId="ADAL" clId="{E75E27B7-8550-4F03-BBEA-547AA57A9B20}" dt="2022-07-18T01:29:05.097" v="840" actId="20577"/>
        <pc:sldMkLst>
          <pc:docMk/>
          <pc:sldMk cId="1647340007" sldId="356"/>
        </pc:sldMkLst>
        <pc:spChg chg="add del mod">
          <ac:chgData name="Andrew Lang" userId="fe72763d-3229-405d-97e2-fc50bf7354ed" providerId="ADAL" clId="{E75E27B7-8550-4F03-BBEA-547AA57A9B20}" dt="2022-07-18T01:28:34.047" v="809" actId="478"/>
          <ac:spMkLst>
            <pc:docMk/>
            <pc:sldMk cId="1647340007" sldId="356"/>
            <ac:spMk id="5" creationId="{AABE8224-6D9F-4799-3680-4AFA63C1B258}"/>
          </ac:spMkLst>
        </pc:spChg>
        <pc:spChg chg="del mod">
          <ac:chgData name="Andrew Lang" userId="fe72763d-3229-405d-97e2-fc50bf7354ed" providerId="ADAL" clId="{E75E27B7-8550-4F03-BBEA-547AA57A9B20}" dt="2022-07-18T01:28:24.981" v="807" actId="478"/>
          <ac:spMkLst>
            <pc:docMk/>
            <pc:sldMk cId="1647340007" sldId="356"/>
            <ac:spMk id="6" creationId="{00000000-0000-0000-0000-000000000000}"/>
          </ac:spMkLst>
        </pc:spChg>
        <pc:spChg chg="del">
          <ac:chgData name="Andrew Lang" userId="fe72763d-3229-405d-97e2-fc50bf7354ed" providerId="ADAL" clId="{E75E27B7-8550-4F03-BBEA-547AA57A9B20}" dt="2022-07-18T01:28:37.364" v="810" actId="478"/>
          <ac:spMkLst>
            <pc:docMk/>
            <pc:sldMk cId="1647340007" sldId="356"/>
            <ac:spMk id="7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29:05.097" v="840" actId="20577"/>
          <ac:spMkLst>
            <pc:docMk/>
            <pc:sldMk cId="1647340007" sldId="356"/>
            <ac:spMk id="8" creationId="{00000000-0000-0000-0000-000000000000}"/>
          </ac:spMkLst>
        </pc:spChg>
        <pc:spChg chg="add mod">
          <ac:chgData name="Andrew Lang" userId="fe72763d-3229-405d-97e2-fc50bf7354ed" providerId="ADAL" clId="{E75E27B7-8550-4F03-BBEA-547AA57A9B20}" dt="2022-07-18T01:28:37.364" v="810" actId="478"/>
          <ac:spMkLst>
            <pc:docMk/>
            <pc:sldMk cId="1647340007" sldId="356"/>
            <ac:spMk id="10" creationId="{F6DB83D2-76D5-DB0C-074E-C59CD91E043E}"/>
          </ac:spMkLst>
        </pc:spChg>
      </pc:sldChg>
      <pc:sldChg chg="addSp delSp modSp mod">
        <pc:chgData name="Andrew Lang" userId="fe72763d-3229-405d-97e2-fc50bf7354ed" providerId="ADAL" clId="{E75E27B7-8550-4F03-BBEA-547AA57A9B20}" dt="2022-07-18T01:30:30.222" v="879" actId="6549"/>
        <pc:sldMkLst>
          <pc:docMk/>
          <pc:sldMk cId="3202844200" sldId="357"/>
        </pc:sldMkLst>
        <pc:spChg chg="del">
          <ac:chgData name="Andrew Lang" userId="fe72763d-3229-405d-97e2-fc50bf7354ed" providerId="ADAL" clId="{E75E27B7-8550-4F03-BBEA-547AA57A9B20}" dt="2022-07-18T01:30:09.261" v="871" actId="478"/>
          <ac:spMkLst>
            <pc:docMk/>
            <pc:sldMk cId="3202844200" sldId="357"/>
            <ac:spMk id="3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30:30.222" v="879" actId="6549"/>
          <ac:spMkLst>
            <pc:docMk/>
            <pc:sldMk cId="3202844200" sldId="357"/>
            <ac:spMk id="4" creationId="{00000000-0000-0000-0000-000000000000}"/>
          </ac:spMkLst>
        </pc:spChg>
        <pc:spChg chg="add del">
          <ac:chgData name="Andrew Lang" userId="fe72763d-3229-405d-97e2-fc50bf7354ed" providerId="ADAL" clId="{E75E27B7-8550-4F03-BBEA-547AA57A9B20}" dt="2022-07-18T01:29:38.484" v="842" actId="22"/>
          <ac:spMkLst>
            <pc:docMk/>
            <pc:sldMk cId="3202844200" sldId="357"/>
            <ac:spMk id="6" creationId="{E7FFEBF4-302C-E322-185C-630736A9F8B7}"/>
          </ac:spMkLst>
        </pc:spChg>
        <pc:spChg chg="add mod">
          <ac:chgData name="Andrew Lang" userId="fe72763d-3229-405d-97e2-fc50bf7354ed" providerId="ADAL" clId="{E75E27B7-8550-4F03-BBEA-547AA57A9B20}" dt="2022-07-18T01:30:01.253" v="870" actId="20577"/>
          <ac:spMkLst>
            <pc:docMk/>
            <pc:sldMk cId="3202844200" sldId="357"/>
            <ac:spMk id="7" creationId="{E69465AC-6DEE-60B7-04D5-4697C2161E55}"/>
          </ac:spMkLst>
        </pc:spChg>
        <pc:spChg chg="add mod">
          <ac:chgData name="Andrew Lang" userId="fe72763d-3229-405d-97e2-fc50bf7354ed" providerId="ADAL" clId="{E75E27B7-8550-4F03-BBEA-547AA57A9B20}" dt="2022-07-18T01:30:09.261" v="871" actId="478"/>
          <ac:spMkLst>
            <pc:docMk/>
            <pc:sldMk cId="3202844200" sldId="357"/>
            <ac:spMk id="9" creationId="{2882607F-C30A-E205-35AC-BE9F4B997124}"/>
          </ac:spMkLst>
        </pc:spChg>
      </pc:sldChg>
      <pc:sldChg chg="del">
        <pc:chgData name="Andrew Lang" userId="fe72763d-3229-405d-97e2-fc50bf7354ed" providerId="ADAL" clId="{E75E27B7-8550-4F03-BBEA-547AA57A9B20}" dt="2022-07-18T01:31:08.687" v="880" actId="47"/>
        <pc:sldMkLst>
          <pc:docMk/>
          <pc:sldMk cId="2586889819" sldId="358"/>
        </pc:sldMkLst>
      </pc:sldChg>
      <pc:sldChg chg="del">
        <pc:chgData name="Andrew Lang" userId="fe72763d-3229-405d-97e2-fc50bf7354ed" providerId="ADAL" clId="{E75E27B7-8550-4F03-BBEA-547AA57A9B20}" dt="2022-07-18T01:31:11.145" v="881" actId="47"/>
        <pc:sldMkLst>
          <pc:docMk/>
          <pc:sldMk cId="1046274271" sldId="359"/>
        </pc:sldMkLst>
      </pc:sldChg>
      <pc:sldChg chg="del">
        <pc:chgData name="Andrew Lang" userId="fe72763d-3229-405d-97e2-fc50bf7354ed" providerId="ADAL" clId="{E75E27B7-8550-4F03-BBEA-547AA57A9B20}" dt="2022-07-18T01:31:12.496" v="882" actId="47"/>
        <pc:sldMkLst>
          <pc:docMk/>
          <pc:sldMk cId="884805291" sldId="360"/>
        </pc:sldMkLst>
      </pc:sldChg>
      <pc:sldChg chg="del">
        <pc:chgData name="Andrew Lang" userId="fe72763d-3229-405d-97e2-fc50bf7354ed" providerId="ADAL" clId="{E75E27B7-8550-4F03-BBEA-547AA57A9B20}" dt="2022-07-18T01:15:30" v="449" actId="47"/>
        <pc:sldMkLst>
          <pc:docMk/>
          <pc:sldMk cId="2696057504" sldId="361"/>
        </pc:sldMkLst>
      </pc:sldChg>
      <pc:sldChg chg="del">
        <pc:chgData name="Andrew Lang" userId="fe72763d-3229-405d-97e2-fc50bf7354ed" providerId="ADAL" clId="{E75E27B7-8550-4F03-BBEA-547AA57A9B20}" dt="2022-07-18T01:33:15.758" v="884" actId="2696"/>
        <pc:sldMkLst>
          <pc:docMk/>
          <pc:sldMk cId="1584254846" sldId="362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3744812475" sldId="362"/>
        </pc:sldMkLst>
      </pc:sldChg>
      <pc:sldChg chg="add del">
        <pc:chgData name="Andrew Lang" userId="fe72763d-3229-405d-97e2-fc50bf7354ed" providerId="ADAL" clId="{E75E27B7-8550-4F03-BBEA-547AA57A9B20}" dt="2022-07-18T01:15:38.910" v="450" actId="47"/>
        <pc:sldMkLst>
          <pc:docMk/>
          <pc:sldMk cId="1281857542" sldId="363"/>
        </pc:sldMkLst>
      </pc:sldChg>
      <pc:sldChg chg="add del">
        <pc:chgData name="Andrew Lang" userId="fe72763d-3229-405d-97e2-fc50bf7354ed" providerId="ADAL" clId="{E75E27B7-8550-4F03-BBEA-547AA57A9B20}" dt="2022-07-18T01:15:39.976" v="451" actId="47"/>
        <pc:sldMkLst>
          <pc:docMk/>
          <pc:sldMk cId="4247522368" sldId="364"/>
        </pc:sldMkLst>
      </pc:sldChg>
      <pc:sldChg chg="add del">
        <pc:chgData name="Andrew Lang" userId="fe72763d-3229-405d-97e2-fc50bf7354ed" providerId="ADAL" clId="{E75E27B7-8550-4F03-BBEA-547AA57A9B20}" dt="2022-07-18T01:15:41.613" v="452" actId="47"/>
        <pc:sldMkLst>
          <pc:docMk/>
          <pc:sldMk cId="3938923777" sldId="365"/>
        </pc:sldMkLst>
      </pc:sldChg>
      <pc:sldChg chg="add del">
        <pc:chgData name="Andrew Lang" userId="fe72763d-3229-405d-97e2-fc50bf7354ed" providerId="ADAL" clId="{E75E27B7-8550-4F03-BBEA-547AA57A9B20}" dt="2022-07-18T01:15:43.064" v="453" actId="47"/>
        <pc:sldMkLst>
          <pc:docMk/>
          <pc:sldMk cId="1069452027" sldId="366"/>
        </pc:sldMkLst>
      </pc:sldChg>
      <pc:sldChg chg="add del">
        <pc:chgData name="Andrew Lang" userId="fe72763d-3229-405d-97e2-fc50bf7354ed" providerId="ADAL" clId="{E75E27B7-8550-4F03-BBEA-547AA57A9B20}" dt="2022-07-18T01:15:45.699" v="454" actId="47"/>
        <pc:sldMkLst>
          <pc:docMk/>
          <pc:sldMk cId="1889496826" sldId="367"/>
        </pc:sldMkLst>
      </pc:sldChg>
      <pc:sldChg chg="add del">
        <pc:chgData name="Andrew Lang" userId="fe72763d-3229-405d-97e2-fc50bf7354ed" providerId="ADAL" clId="{E75E27B7-8550-4F03-BBEA-547AA57A9B20}" dt="2022-07-18T01:15:47.882" v="455" actId="47"/>
        <pc:sldMkLst>
          <pc:docMk/>
          <pc:sldMk cId="1050674892" sldId="368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283831661" sldId="369"/>
        </pc:sldMkLst>
      </pc:sldChg>
      <pc:sldChg chg="add del">
        <pc:chgData name="Andrew Lang" userId="fe72763d-3229-405d-97e2-fc50bf7354ed" providerId="ADAL" clId="{E75E27B7-8550-4F03-BBEA-547AA57A9B20}" dt="2022-07-18T01:33:15.758" v="884" actId="2696"/>
        <pc:sldMkLst>
          <pc:docMk/>
          <pc:sldMk cId="2745415056" sldId="369"/>
        </pc:sldMkLst>
      </pc:sldChg>
      <pc:sldChg chg="add del">
        <pc:chgData name="Andrew Lang" userId="fe72763d-3229-405d-97e2-fc50bf7354ed" providerId="ADAL" clId="{E75E27B7-8550-4F03-BBEA-547AA57A9B20}" dt="2022-07-18T01:33:15.758" v="884" actId="2696"/>
        <pc:sldMkLst>
          <pc:docMk/>
          <pc:sldMk cId="533713505" sldId="370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2649435164" sldId="370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522324992" sldId="371"/>
        </pc:sldMkLst>
      </pc:sldChg>
      <pc:sldChg chg="add del">
        <pc:chgData name="Andrew Lang" userId="fe72763d-3229-405d-97e2-fc50bf7354ed" providerId="ADAL" clId="{E75E27B7-8550-4F03-BBEA-547AA57A9B20}" dt="2022-07-18T01:33:15.758" v="884" actId="2696"/>
        <pc:sldMkLst>
          <pc:docMk/>
          <pc:sldMk cId="1786584579" sldId="371"/>
        </pc:sldMkLst>
      </pc:sldChg>
      <pc:sldChg chg="add del">
        <pc:chgData name="Andrew Lang" userId="fe72763d-3229-405d-97e2-fc50bf7354ed" providerId="ADAL" clId="{E75E27B7-8550-4F03-BBEA-547AA57A9B20}" dt="2022-07-18T01:33:15.758" v="884" actId="2696"/>
        <pc:sldMkLst>
          <pc:docMk/>
          <pc:sldMk cId="1108249984" sldId="372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1939772842" sldId="372"/>
        </pc:sldMkLst>
      </pc:sldChg>
      <pc:sldChg chg="add del">
        <pc:chgData name="Andrew Lang" userId="fe72763d-3229-405d-97e2-fc50bf7354ed" providerId="ADAL" clId="{E75E27B7-8550-4F03-BBEA-547AA57A9B20}" dt="2022-07-18T01:38:51.445" v="914" actId="47"/>
        <pc:sldMkLst>
          <pc:docMk/>
          <pc:sldMk cId="2198792428" sldId="373"/>
        </pc:sldMkLst>
      </pc:sldChg>
      <pc:sldChg chg="add del">
        <pc:chgData name="Andrew Lang" userId="fe72763d-3229-405d-97e2-fc50bf7354ed" providerId="ADAL" clId="{E75E27B7-8550-4F03-BBEA-547AA57A9B20}" dt="2022-07-18T01:33:15.758" v="884" actId="2696"/>
        <pc:sldMkLst>
          <pc:docMk/>
          <pc:sldMk cId="3181205514" sldId="373"/>
        </pc:sldMkLst>
      </pc:sldChg>
      <pc:sldChg chg="add del">
        <pc:chgData name="Andrew Lang" userId="fe72763d-3229-405d-97e2-fc50bf7354ed" providerId="ADAL" clId="{E75E27B7-8550-4F03-BBEA-547AA57A9B20}" dt="2022-07-18T01:16:24.999" v="456" actId="47"/>
        <pc:sldMkLst>
          <pc:docMk/>
          <pc:sldMk cId="716567931" sldId="374"/>
        </pc:sldMkLst>
      </pc:sldChg>
      <pc:sldChg chg="modSp mod">
        <pc:chgData name="Andrew Lang" userId="fe72763d-3229-405d-97e2-fc50bf7354ed" providerId="ADAL" clId="{E75E27B7-8550-4F03-BBEA-547AA57A9B20}" dt="2022-07-18T01:33:43.714" v="886" actId="20577"/>
        <pc:sldMkLst>
          <pc:docMk/>
          <pc:sldMk cId="2887593632" sldId="378"/>
        </pc:sldMkLst>
        <pc:spChg chg="mod">
          <ac:chgData name="Andrew Lang" userId="fe72763d-3229-405d-97e2-fc50bf7354ed" providerId="ADAL" clId="{E75E27B7-8550-4F03-BBEA-547AA57A9B20}" dt="2022-07-18T01:33:43.714" v="886" actId="20577"/>
          <ac:spMkLst>
            <pc:docMk/>
            <pc:sldMk cId="2887593632" sldId="378"/>
            <ac:spMk id="4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1:34:58.348" v="896" actId="1076"/>
        <pc:sldMkLst>
          <pc:docMk/>
          <pc:sldMk cId="2995774645" sldId="379"/>
        </pc:sldMkLst>
        <pc:spChg chg="mod">
          <ac:chgData name="Andrew Lang" userId="fe72763d-3229-405d-97e2-fc50bf7354ed" providerId="ADAL" clId="{E75E27B7-8550-4F03-BBEA-547AA57A9B20}" dt="2022-07-18T01:34:54.494" v="895" actId="20577"/>
          <ac:spMkLst>
            <pc:docMk/>
            <pc:sldMk cId="2995774645" sldId="379"/>
            <ac:spMk id="4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34:58.348" v="896" actId="1076"/>
          <ac:spMkLst>
            <pc:docMk/>
            <pc:sldMk cId="2995774645" sldId="379"/>
            <ac:spMk id="6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2:24:40.764" v="917" actId="20577"/>
        <pc:sldMkLst>
          <pc:docMk/>
          <pc:sldMk cId="2522259142" sldId="380"/>
        </pc:sldMkLst>
        <pc:spChg chg="mod">
          <ac:chgData name="Andrew Lang" userId="fe72763d-3229-405d-97e2-fc50bf7354ed" providerId="ADAL" clId="{E75E27B7-8550-4F03-BBEA-547AA57A9B20}" dt="2022-07-18T02:24:40.764" v="917" actId="20577"/>
          <ac:spMkLst>
            <pc:docMk/>
            <pc:sldMk cId="2522259142" sldId="380"/>
            <ac:spMk id="4" creationId="{00000000-0000-0000-0000-000000000000}"/>
          </ac:spMkLst>
        </pc:spChg>
      </pc:sldChg>
      <pc:sldChg chg="add del">
        <pc:chgData name="Andrew Lang" userId="fe72763d-3229-405d-97e2-fc50bf7354ed" providerId="ADAL" clId="{E75E27B7-8550-4F03-BBEA-547AA57A9B20}" dt="2022-07-18T01:36:51.400" v="901" actId="47"/>
        <pc:sldMkLst>
          <pc:docMk/>
          <pc:sldMk cId="557930113" sldId="381"/>
        </pc:sldMkLst>
      </pc:sldChg>
      <pc:sldChg chg="add del">
        <pc:chgData name="Andrew Lang" userId="fe72763d-3229-405d-97e2-fc50bf7354ed" providerId="ADAL" clId="{E75E27B7-8550-4F03-BBEA-547AA57A9B20}" dt="2022-07-18T01:36:51.400" v="901" actId="47"/>
        <pc:sldMkLst>
          <pc:docMk/>
          <pc:sldMk cId="2451294206" sldId="382"/>
        </pc:sldMkLst>
      </pc:sldChg>
      <pc:sldChg chg="modSp del mod">
        <pc:chgData name="Andrew Lang" userId="fe72763d-3229-405d-97e2-fc50bf7354ed" providerId="ADAL" clId="{E75E27B7-8550-4F03-BBEA-547AA57A9B20}" dt="2022-07-18T01:37:18.315" v="911" actId="47"/>
        <pc:sldMkLst>
          <pc:docMk/>
          <pc:sldMk cId="542883806" sldId="383"/>
        </pc:sldMkLst>
        <pc:spChg chg="mod">
          <ac:chgData name="Andrew Lang" userId="fe72763d-3229-405d-97e2-fc50bf7354ed" providerId="ADAL" clId="{E75E27B7-8550-4F03-BBEA-547AA57A9B20}" dt="2022-07-18T01:36:58.180" v="902" actId="6549"/>
          <ac:spMkLst>
            <pc:docMk/>
            <pc:sldMk cId="542883806" sldId="383"/>
            <ac:spMk id="2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37:02.213" v="903" actId="6549"/>
          <ac:spMkLst>
            <pc:docMk/>
            <pc:sldMk cId="542883806" sldId="383"/>
            <ac:spMk id="3" creationId="{00000000-0000-0000-0000-000000000000}"/>
          </ac:spMkLst>
        </pc:spChg>
        <pc:spChg chg="mod">
          <ac:chgData name="Andrew Lang" userId="fe72763d-3229-405d-97e2-fc50bf7354ed" providerId="ADAL" clId="{E75E27B7-8550-4F03-BBEA-547AA57A9B20}" dt="2022-07-18T01:37:16.322" v="910" actId="20577"/>
          <ac:spMkLst>
            <pc:docMk/>
            <pc:sldMk cId="542883806" sldId="383"/>
            <ac:spMk id="4" creationId="{00000000-0000-0000-0000-000000000000}"/>
          </ac:spMkLst>
        </pc:spChg>
      </pc:sldChg>
      <pc:sldChg chg="del">
        <pc:chgData name="Andrew Lang" userId="fe72763d-3229-405d-97e2-fc50bf7354ed" providerId="ADAL" clId="{E75E27B7-8550-4F03-BBEA-547AA57A9B20}" dt="2022-07-18T01:37:50.552" v="912" actId="47"/>
        <pc:sldMkLst>
          <pc:docMk/>
          <pc:sldMk cId="3071569075" sldId="384"/>
        </pc:sldMkLst>
      </pc:sldChg>
      <pc:sldChg chg="del">
        <pc:chgData name="Andrew Lang" userId="fe72763d-3229-405d-97e2-fc50bf7354ed" providerId="ADAL" clId="{E75E27B7-8550-4F03-BBEA-547AA57A9B20}" dt="2022-07-18T01:37:50.552" v="912" actId="47"/>
        <pc:sldMkLst>
          <pc:docMk/>
          <pc:sldMk cId="1669622674" sldId="385"/>
        </pc:sldMkLst>
      </pc:sldChg>
      <pc:sldChg chg="del">
        <pc:chgData name="Andrew Lang" userId="fe72763d-3229-405d-97e2-fc50bf7354ed" providerId="ADAL" clId="{E75E27B7-8550-4F03-BBEA-547AA57A9B20}" dt="2022-07-18T01:37:50.552" v="912" actId="47"/>
        <pc:sldMkLst>
          <pc:docMk/>
          <pc:sldMk cId="1374439903" sldId="386"/>
        </pc:sldMkLst>
      </pc:sldChg>
      <pc:sldChg chg="modSp mod">
        <pc:chgData name="Andrew Lang" userId="fe72763d-3229-405d-97e2-fc50bf7354ed" providerId="ADAL" clId="{E75E27B7-8550-4F03-BBEA-547AA57A9B20}" dt="2022-07-18T01:38:12.943" v="913" actId="20577"/>
        <pc:sldMkLst>
          <pc:docMk/>
          <pc:sldMk cId="3733294264" sldId="387"/>
        </pc:sldMkLst>
        <pc:spChg chg="mod">
          <ac:chgData name="Andrew Lang" userId="fe72763d-3229-405d-97e2-fc50bf7354ed" providerId="ADAL" clId="{E75E27B7-8550-4F03-BBEA-547AA57A9B20}" dt="2022-07-18T01:38:12.943" v="913" actId="20577"/>
          <ac:spMkLst>
            <pc:docMk/>
            <pc:sldMk cId="3733294264" sldId="387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E75E27B7-8550-4F03-BBEA-547AA57A9B20}" dt="2022-07-18T01:06:51.210" v="317" actId="1076"/>
        <pc:sldMkLst>
          <pc:docMk/>
          <pc:sldMk cId="4061590045" sldId="388"/>
        </pc:sldMkLst>
        <pc:spChg chg="mod">
          <ac:chgData name="Andrew Lang" userId="fe72763d-3229-405d-97e2-fc50bf7354ed" providerId="ADAL" clId="{E75E27B7-8550-4F03-BBEA-547AA57A9B20}" dt="2022-07-18T01:06:51.210" v="317" actId="1076"/>
          <ac:spMkLst>
            <pc:docMk/>
            <pc:sldMk cId="4061590045" sldId="388"/>
            <ac:spMk id="4" creationId="{00000000-0000-0000-0000-000000000000}"/>
          </ac:spMkLst>
        </pc:spChg>
      </pc:sldChg>
      <pc:sldChg chg="del">
        <pc:chgData name="Andrew Lang" userId="fe72763d-3229-405d-97e2-fc50bf7354ed" providerId="ADAL" clId="{E75E27B7-8550-4F03-BBEA-547AA57A9B20}" dt="2022-07-18T01:07:09.660" v="318" actId="47"/>
        <pc:sldMkLst>
          <pc:docMk/>
          <pc:sldMk cId="3330593395" sldId="389"/>
        </pc:sldMkLst>
      </pc:sldChg>
      <pc:sldChg chg="addSp modSp mod">
        <pc:chgData name="Andrew Lang" userId="fe72763d-3229-405d-97e2-fc50bf7354ed" providerId="ADAL" clId="{E75E27B7-8550-4F03-BBEA-547AA57A9B20}" dt="2022-07-18T01:09:01.532" v="356" actId="20577"/>
        <pc:sldMkLst>
          <pc:docMk/>
          <pc:sldMk cId="3779103954" sldId="390"/>
        </pc:sldMkLst>
        <pc:spChg chg="mod">
          <ac:chgData name="Andrew Lang" userId="fe72763d-3229-405d-97e2-fc50bf7354ed" providerId="ADAL" clId="{E75E27B7-8550-4F03-BBEA-547AA57A9B20}" dt="2022-07-18T01:08:46.760" v="347" actId="14100"/>
          <ac:spMkLst>
            <pc:docMk/>
            <pc:sldMk cId="3779103954" sldId="390"/>
            <ac:spMk id="3" creationId="{204D64ED-BA9E-4E45-BDD3-46926287D50A}"/>
          </ac:spMkLst>
        </pc:spChg>
        <pc:spChg chg="add mod">
          <ac:chgData name="Andrew Lang" userId="fe72763d-3229-405d-97e2-fc50bf7354ed" providerId="ADAL" clId="{E75E27B7-8550-4F03-BBEA-547AA57A9B20}" dt="2022-07-18T01:09:01.532" v="356" actId="20577"/>
          <ac:spMkLst>
            <pc:docMk/>
            <pc:sldMk cId="3779103954" sldId="390"/>
            <ac:spMk id="5" creationId="{40A1E19A-3493-5333-62FD-AA2EDA453987}"/>
          </ac:spMkLst>
        </pc:spChg>
      </pc:sldChg>
      <pc:sldChg chg="addSp delSp modSp new mod ord">
        <pc:chgData name="Andrew Lang" userId="fe72763d-3229-405d-97e2-fc50bf7354ed" providerId="ADAL" clId="{E75E27B7-8550-4F03-BBEA-547AA57A9B20}" dt="2022-07-18T01:03:11.516" v="213" actId="108"/>
        <pc:sldMkLst>
          <pc:docMk/>
          <pc:sldMk cId="3626349303" sldId="391"/>
        </pc:sldMkLst>
        <pc:spChg chg="mod">
          <ac:chgData name="Andrew Lang" userId="fe72763d-3229-405d-97e2-fc50bf7354ed" providerId="ADAL" clId="{E75E27B7-8550-4F03-BBEA-547AA57A9B20}" dt="2022-07-18T01:03:11.516" v="213" actId="108"/>
          <ac:spMkLst>
            <pc:docMk/>
            <pc:sldMk cId="3626349303" sldId="391"/>
            <ac:spMk id="2" creationId="{8805AF07-16B4-AECA-FBAA-E62BF5434C79}"/>
          </ac:spMkLst>
        </pc:spChg>
        <pc:spChg chg="add del">
          <ac:chgData name="Andrew Lang" userId="fe72763d-3229-405d-97e2-fc50bf7354ed" providerId="ADAL" clId="{E75E27B7-8550-4F03-BBEA-547AA57A9B20}" dt="2022-07-18T01:00:20.217" v="94" actId="478"/>
          <ac:spMkLst>
            <pc:docMk/>
            <pc:sldMk cId="3626349303" sldId="391"/>
            <ac:spMk id="3" creationId="{8C55F42B-8F0C-96EC-CF0A-BADB630AD849}"/>
          </ac:spMkLst>
        </pc:spChg>
        <pc:spChg chg="add del mod">
          <ac:chgData name="Andrew Lang" userId="fe72763d-3229-405d-97e2-fc50bf7354ed" providerId="ADAL" clId="{E75E27B7-8550-4F03-BBEA-547AA57A9B20}" dt="2022-07-18T01:00:17.122" v="93"/>
          <ac:spMkLst>
            <pc:docMk/>
            <pc:sldMk cId="3626349303" sldId="391"/>
            <ac:spMk id="5" creationId="{FA285D4F-573B-EA44-E088-1322DE49FEB0}"/>
          </ac:spMkLst>
        </pc:spChg>
        <pc:spChg chg="add mod">
          <ac:chgData name="Andrew Lang" userId="fe72763d-3229-405d-97e2-fc50bf7354ed" providerId="ADAL" clId="{E75E27B7-8550-4F03-BBEA-547AA57A9B20}" dt="2022-07-18T01:01:13.241" v="129" actId="404"/>
          <ac:spMkLst>
            <pc:docMk/>
            <pc:sldMk cId="3626349303" sldId="391"/>
            <ac:spMk id="6" creationId="{463EA22A-BB02-0842-28D4-EDB294588B18}"/>
          </ac:spMkLst>
        </pc:spChg>
      </pc:sldChg>
      <pc:sldChg chg="modSp new mod">
        <pc:chgData name="Andrew Lang" userId="fe72763d-3229-405d-97e2-fc50bf7354ed" providerId="ADAL" clId="{E75E27B7-8550-4F03-BBEA-547AA57A9B20}" dt="2022-07-18T01:04:32.290" v="246" actId="108"/>
        <pc:sldMkLst>
          <pc:docMk/>
          <pc:sldMk cId="2843913884" sldId="392"/>
        </pc:sldMkLst>
        <pc:spChg chg="mod">
          <ac:chgData name="Andrew Lang" userId="fe72763d-3229-405d-97e2-fc50bf7354ed" providerId="ADAL" clId="{E75E27B7-8550-4F03-BBEA-547AA57A9B20}" dt="2022-07-18T01:03:16.875" v="214" actId="108"/>
          <ac:spMkLst>
            <pc:docMk/>
            <pc:sldMk cId="2843913884" sldId="392"/>
            <ac:spMk id="2" creationId="{BB5D730C-6E5F-E25D-351B-02681821CAAB}"/>
          </ac:spMkLst>
        </pc:spChg>
        <pc:spChg chg="mod">
          <ac:chgData name="Andrew Lang" userId="fe72763d-3229-405d-97e2-fc50bf7354ed" providerId="ADAL" clId="{E75E27B7-8550-4F03-BBEA-547AA57A9B20}" dt="2022-07-18T01:04:32.290" v="246" actId="108"/>
          <ac:spMkLst>
            <pc:docMk/>
            <pc:sldMk cId="2843913884" sldId="392"/>
            <ac:spMk id="3" creationId="{27A15E59-80CC-5BF3-383F-701F74D44601}"/>
          </ac:spMkLst>
        </pc:spChg>
      </pc:sldChg>
      <pc:sldChg chg="delSp modSp new mod">
        <pc:chgData name="Andrew Lang" userId="fe72763d-3229-405d-97e2-fc50bf7354ed" providerId="ADAL" clId="{E75E27B7-8550-4F03-BBEA-547AA57A9B20}" dt="2022-07-18T01:27:44.504" v="801" actId="1076"/>
        <pc:sldMkLst>
          <pc:docMk/>
          <pc:sldMk cId="1413804825" sldId="393"/>
        </pc:sldMkLst>
        <pc:spChg chg="mod">
          <ac:chgData name="Andrew Lang" userId="fe72763d-3229-405d-97e2-fc50bf7354ed" providerId="ADAL" clId="{E75E27B7-8550-4F03-BBEA-547AA57A9B20}" dt="2022-07-18T01:24:39.669" v="625"/>
          <ac:spMkLst>
            <pc:docMk/>
            <pc:sldMk cId="1413804825" sldId="393"/>
            <ac:spMk id="2" creationId="{F83DEC9A-4A31-F9CE-DCC2-CAFD4DF5A014}"/>
          </ac:spMkLst>
        </pc:spChg>
        <pc:spChg chg="mod">
          <ac:chgData name="Andrew Lang" userId="fe72763d-3229-405d-97e2-fc50bf7354ed" providerId="ADAL" clId="{E75E27B7-8550-4F03-BBEA-547AA57A9B20}" dt="2022-07-18T01:27:44.504" v="801" actId="1076"/>
          <ac:spMkLst>
            <pc:docMk/>
            <pc:sldMk cId="1413804825" sldId="393"/>
            <ac:spMk id="3" creationId="{BF3C7594-608F-AED7-43E9-C158711DBC98}"/>
          </ac:spMkLst>
        </pc:spChg>
        <pc:spChg chg="del">
          <ac:chgData name="Andrew Lang" userId="fe72763d-3229-405d-97e2-fc50bf7354ed" providerId="ADAL" clId="{E75E27B7-8550-4F03-BBEA-547AA57A9B20}" dt="2022-07-18T01:24:45.360" v="626" actId="478"/>
          <ac:spMkLst>
            <pc:docMk/>
            <pc:sldMk cId="1413804825" sldId="393"/>
            <ac:spMk id="5" creationId="{2E0C7BB5-D605-D2AB-3A69-AB26509CCEA2}"/>
          </ac:spMkLst>
        </pc:spChg>
        <pc:spChg chg="del">
          <ac:chgData name="Andrew Lang" userId="fe72763d-3229-405d-97e2-fc50bf7354ed" providerId="ADAL" clId="{E75E27B7-8550-4F03-BBEA-547AA57A9B20}" dt="2022-07-18T01:24:47.450" v="627" actId="478"/>
          <ac:spMkLst>
            <pc:docMk/>
            <pc:sldMk cId="1413804825" sldId="393"/>
            <ac:spMk id="6" creationId="{16561378-0A9A-A336-91F8-CC5D87268AAB}"/>
          </ac:spMkLst>
        </pc:spChg>
        <pc:spChg chg="del">
          <ac:chgData name="Andrew Lang" userId="fe72763d-3229-405d-97e2-fc50bf7354ed" providerId="ADAL" clId="{E75E27B7-8550-4F03-BBEA-547AA57A9B20}" dt="2022-07-18T01:24:48.891" v="628" actId="478"/>
          <ac:spMkLst>
            <pc:docMk/>
            <pc:sldMk cId="1413804825" sldId="393"/>
            <ac:spMk id="7" creationId="{2E8A1620-5816-8AF4-2369-4582FE1E0898}"/>
          </ac:spMkLst>
        </pc:spChg>
        <pc:spChg chg="del">
          <ac:chgData name="Andrew Lang" userId="fe72763d-3229-405d-97e2-fc50bf7354ed" providerId="ADAL" clId="{E75E27B7-8550-4F03-BBEA-547AA57A9B20}" dt="2022-07-18T01:24:50.865" v="629" actId="478"/>
          <ac:spMkLst>
            <pc:docMk/>
            <pc:sldMk cId="1413804825" sldId="393"/>
            <ac:spMk id="8" creationId="{69961726-2930-951D-2FC6-44D6B4C7C63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7/18/2022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7/18/2022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2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94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9" Type="http://schemas.openxmlformats.org/officeDocument/2006/relationships/image" Target="../media/image8.jp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jp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204120" y="6363869"/>
            <a:ext cx="6201666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9" name="Picture 18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24" name="Picture 23" descr="Swirl_3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25" name="Picture 24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9900" y="6242083"/>
            <a:ext cx="1397115" cy="429881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69" y="448408"/>
            <a:ext cx="5719687" cy="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9" name="Picture 18" descr="Audi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20" name="Picture 19" descr="Swirl_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21" name="Picture 20" descr="Swirl_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26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400800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81000" y="31590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64988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670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  <p:sp>
        <p:nvSpPr>
          <p:cNvPr id="15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423862" y="2362200"/>
            <a:ext cx="8415338" cy="670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457200" y="3200400"/>
            <a:ext cx="8415338" cy="670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457200" y="4114800"/>
            <a:ext cx="8415338" cy="670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457200" y="5029200"/>
            <a:ext cx="8415338" cy="670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574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5126" y="6611007"/>
            <a:ext cx="8014247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7" r:id="rId4"/>
    <p:sldLayoutId id="2147483758" r:id="rId5"/>
    <p:sldLayoutId id="2147483755" r:id="rId6"/>
    <p:sldLayoutId id="2147483756" r:id="rId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723470"/>
            <a:ext cx="7747000" cy="366254"/>
          </a:xfrm>
        </p:spPr>
        <p:txBody>
          <a:bodyPr/>
          <a:lstStyle/>
          <a:p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ICT703 Programming</a:t>
            </a:r>
            <a:endParaRPr lang="en-US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8500" y="3352800"/>
            <a:ext cx="7747000" cy="797141"/>
          </a:xfrm>
        </p:spPr>
        <p:txBody>
          <a:bodyPr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3 Topic 1</a:t>
            </a:r>
          </a:p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9975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762000"/>
            <a:ext cx="6172200" cy="377026"/>
          </a:xfrm>
        </p:spPr>
        <p:txBody>
          <a:bodyPr/>
          <a:lstStyle/>
          <a:p>
            <a:r>
              <a:rPr lang="en-US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2286000" y="1524000"/>
            <a:ext cx="6477000" cy="345940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Introduce Iteration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Write a loop to repeat a sequence of actions a fixed number of times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Write a loop to traverse the sequence of characters in a string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Write a loop that counts down and a loop that counts up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Write an entry-controlled loop that halts when a condition becomes false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841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AF07-16B4-AECA-FBAA-E62BF543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AU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Concepts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B029A-E4EA-D17B-631A-4300D3810C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Vertical Text Placeholder 2">
            <a:extLst>
              <a:ext uri="{FF2B5EF4-FFF2-40B4-BE49-F238E27FC236}">
                <a16:creationId xmlns:a16="http://schemas.microsoft.com/office/drawing/2014/main" id="{463EA22A-BB02-0842-28D4-EDB294588B18}"/>
              </a:ext>
            </a:extLst>
          </p:cNvPr>
          <p:cNvSpPr txBox="1">
            <a:spLocks/>
          </p:cNvSpPr>
          <p:nvPr/>
        </p:nvSpPr>
        <p:spPr>
          <a:xfrm>
            <a:off x="533400" y="1524000"/>
            <a:ext cx="8483600" cy="623285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4000" dirty="0"/>
              <a:t>Four control flow</a:t>
            </a:r>
          </a:p>
          <a:p>
            <a:pPr lvl="1" fontAlgn="auto">
              <a:spcAft>
                <a:spcPts val="0"/>
              </a:spcAft>
            </a:pPr>
            <a:r>
              <a:rPr lang="en-US" sz="3600" dirty="0"/>
              <a:t>Sequence</a:t>
            </a:r>
            <a:endParaRPr lang="en-US" sz="4000" b="1" dirty="0"/>
          </a:p>
          <a:p>
            <a:pPr lvl="1" fontAlgn="auto">
              <a:spcAft>
                <a:spcPts val="0"/>
              </a:spcAft>
            </a:pPr>
            <a:r>
              <a:rPr lang="en-US" sz="3600" dirty="0">
                <a:highlight>
                  <a:srgbClr val="FFFF00"/>
                </a:highlight>
              </a:rPr>
              <a:t>Iteration</a:t>
            </a:r>
          </a:p>
          <a:p>
            <a:pPr lvl="1" fontAlgn="auto">
              <a:spcAft>
                <a:spcPts val="0"/>
              </a:spcAft>
            </a:pPr>
            <a:r>
              <a:rPr lang="en-US" sz="3600" dirty="0"/>
              <a:t>Selection</a:t>
            </a:r>
            <a:endParaRPr lang="en-US" sz="4000" b="1" dirty="0"/>
          </a:p>
          <a:p>
            <a:pPr lvl="1" fontAlgn="auto">
              <a:spcAft>
                <a:spcPts val="0"/>
              </a:spcAft>
            </a:pPr>
            <a:r>
              <a:rPr lang="en-US" sz="3600" dirty="0"/>
              <a:t>Abstraction – methods/classes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4000" dirty="0"/>
              <a:t>- Plus Data</a:t>
            </a:r>
          </a:p>
          <a:p>
            <a:pPr fontAlgn="auto">
              <a:spcAft>
                <a:spcPts val="0"/>
              </a:spcAft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2634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D730C-6E5F-E25D-351B-02681821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9646"/>
            <a:ext cx="8026400" cy="369460"/>
          </a:xfrm>
        </p:spPr>
        <p:txBody>
          <a:bodyPr/>
          <a:lstStyle/>
          <a:p>
            <a:r>
              <a:rPr lang="en-AU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5E59-80CC-5BF3-383F-701F74D44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062" y="1371600"/>
            <a:ext cx="8415338" cy="4045723"/>
          </a:xfrm>
        </p:spPr>
        <p:txBody>
          <a:bodyPr/>
          <a:lstStyle/>
          <a:p>
            <a:r>
              <a:rPr lang="en-US" sz="3200" dirty="0"/>
              <a:t>Doing things many times</a:t>
            </a:r>
          </a:p>
          <a:p>
            <a:pPr lvl="1"/>
            <a:r>
              <a:rPr lang="en-US" sz="3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Bounded/Definite</a:t>
            </a:r>
          </a:p>
          <a:p>
            <a:pPr lvl="2"/>
            <a:r>
              <a:rPr lang="en-US" sz="2600" dirty="0"/>
              <a:t> Execute commands for a set number of times</a:t>
            </a:r>
          </a:p>
          <a:p>
            <a:pPr lvl="2"/>
            <a:r>
              <a:rPr lang="en-US" sz="2600" dirty="0"/>
              <a:t> Python - for loop</a:t>
            </a:r>
          </a:p>
          <a:p>
            <a:endParaRPr lang="en-US" sz="3200" dirty="0"/>
          </a:p>
          <a:p>
            <a:pPr lvl="1"/>
            <a:r>
              <a:rPr lang="en-US" sz="3000" dirty="0">
                <a:solidFill>
                  <a:schemeClr val="accent1">
                    <a:lumMod val="75000"/>
                    <a:lumOff val="25000"/>
                  </a:schemeClr>
                </a:solidFill>
              </a:rPr>
              <a:t>Unbounded/Indefinite </a:t>
            </a:r>
          </a:p>
          <a:p>
            <a:pPr lvl="2"/>
            <a:r>
              <a:rPr lang="en-US" sz="2600" dirty="0"/>
              <a:t> Execute until a condition becomes false</a:t>
            </a:r>
          </a:p>
          <a:p>
            <a:pPr lvl="2"/>
            <a:r>
              <a:rPr lang="en-US" sz="2600" dirty="0"/>
              <a:t> Python while loop</a:t>
            </a:r>
            <a:endParaRPr lang="en-AU" sz="2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2D7C8B-F907-6DEE-CB39-C10C66EC9C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1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Definitive Iteration: The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1865126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Repetition statements (or </a:t>
            </a:r>
            <a:r>
              <a:rPr lang="en-US" b="1" dirty="0">
                <a:solidFill>
                  <a:schemeClr val="tx1"/>
                </a:solidFill>
              </a:rPr>
              <a:t>loops</a:t>
            </a:r>
            <a:r>
              <a:rPr lang="en-US" dirty="0">
                <a:solidFill>
                  <a:schemeClr val="tx1"/>
                </a:solidFill>
              </a:rPr>
              <a:t>) repeat an action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Each repetition of action is known as </a:t>
            </a:r>
            <a:r>
              <a:rPr lang="en-US" b="1" dirty="0">
                <a:solidFill>
                  <a:schemeClr val="tx1"/>
                </a:solidFill>
              </a:rPr>
              <a:t>pass </a:t>
            </a:r>
            <a:r>
              <a:rPr lang="en-US" dirty="0">
                <a:solidFill>
                  <a:schemeClr val="tx1"/>
                </a:solidFill>
              </a:rPr>
              <a:t>or </a:t>
            </a:r>
            <a:r>
              <a:rPr lang="en-US" b="1" dirty="0">
                <a:solidFill>
                  <a:schemeClr val="tx1"/>
                </a:solidFill>
              </a:rPr>
              <a:t>iteration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Two types of loops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Those that repeat action a predefined number of times 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Those that perform action until program determines it needs to stop</a:t>
            </a:r>
          </a:p>
        </p:txBody>
      </p:sp>
    </p:spTree>
    <p:extLst>
      <p:ext uri="{BB962C8B-B14F-4D97-AF65-F5344CB8AC3E}">
        <p14:creationId xmlns:p14="http://schemas.microsoft.com/office/powerpoint/2010/main" val="372577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8026400" cy="732508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Executing a Statement a Given Number of Times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924" y="1094617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Python’s </a:t>
            </a:r>
            <a:r>
              <a:rPr lang="en-US" b="1" dirty="0">
                <a:solidFill>
                  <a:schemeClr val="tx1"/>
                </a:solidFill>
              </a:rPr>
              <a:t>for </a:t>
            </a:r>
            <a:r>
              <a:rPr lang="en-US" dirty="0">
                <a:solidFill>
                  <a:schemeClr val="tx1"/>
                </a:solidFill>
              </a:rPr>
              <a:t>loop is the control statement that most easily supports definite iteration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4821970" y="1635619"/>
            <a:ext cx="4351338" cy="2105192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n in range(2):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print("It’s alive!")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print(“At the moment”)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It’s alive! 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At the moment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It’s alive! 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At the moment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55477" y="3711575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form of this type of loop is: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343755" y="4086267"/>
            <a:ext cx="8415338" cy="1052596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&lt;variable&gt; in range(&lt;an integer expression&gt;):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</a:t>
            </a: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 &lt;statement-l&gt;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</a:t>
            </a: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.</a:t>
            </a:r>
          </a:p>
          <a:p>
            <a:pPr marL="457200" lvl="2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tx1"/>
                </a:solidFill>
                <a:cs typeface="Courier New" panose="02070309020205020404" pitchFamily="49" charset="0"/>
              </a:rPr>
              <a:t>   &lt;statement-n&gt;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idx="14"/>
          </p:nvPr>
        </p:nvSpPr>
        <p:spPr>
          <a:xfrm>
            <a:off x="344592" y="5309971"/>
            <a:ext cx="8415338" cy="73866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First line of code is sometimes called </a:t>
            </a:r>
            <a:r>
              <a:rPr lang="en-US" b="1" dirty="0">
                <a:solidFill>
                  <a:schemeClr val="tx1"/>
                </a:solidFill>
              </a:rPr>
              <a:t>loop header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Rest of code is </a:t>
            </a:r>
            <a:r>
              <a:rPr lang="en-US" b="1" dirty="0">
                <a:solidFill>
                  <a:schemeClr val="tx1"/>
                </a:solidFill>
              </a:rPr>
              <a:t>loop body </a:t>
            </a:r>
            <a:r>
              <a:rPr lang="en-US" dirty="0">
                <a:solidFill>
                  <a:schemeClr val="tx1"/>
                </a:solidFill>
              </a:rPr>
              <a:t>(must be indented and aligned in the same column)</a:t>
            </a:r>
            <a:endParaRPr lang="en-IN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81E36F-7EAA-4FA8-9DDF-02ADC85AC626}"/>
              </a:ext>
            </a:extLst>
          </p:cNvPr>
          <p:cNvSpPr txBox="1">
            <a:spLocks/>
          </p:cNvSpPr>
          <p:nvPr/>
        </p:nvSpPr>
        <p:spPr>
          <a:xfrm>
            <a:off x="533400" y="1837939"/>
            <a:ext cx="3055938" cy="15788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eachPass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in range(3):</a:t>
            </a:r>
          </a:p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print("It’s alive!")</a:t>
            </a:r>
          </a:p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It’s alive!</a:t>
            </a:r>
          </a:p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It’s alive!</a:t>
            </a:r>
          </a:p>
          <a:p>
            <a:pPr marL="228600" lvl="1" indent="0" fontAlgn="auto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It’s alive!</a:t>
            </a:r>
          </a:p>
        </p:txBody>
      </p:sp>
    </p:spTree>
    <p:extLst>
      <p:ext uri="{BB962C8B-B14F-4D97-AF65-F5344CB8AC3E}">
        <p14:creationId xmlns:p14="http://schemas.microsoft.com/office/powerpoint/2010/main" val="406159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382C-7AC9-42B1-BA6D-965DF1267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do you think this will return?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D64ED-BA9E-4E45-BDD3-46926287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9757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err="1"/>
              <a:t>eachPass</a:t>
            </a:r>
            <a:r>
              <a:rPr lang="en-US" dirty="0"/>
              <a:t> in range(4):</a:t>
            </a:r>
          </a:p>
          <a:p>
            <a:pPr marL="0" indent="0">
              <a:buNone/>
            </a:pPr>
            <a:r>
              <a:rPr lang="en-US" dirty="0"/>
              <a:t>    print("It’s alive!", str(</a:t>
            </a:r>
            <a:r>
              <a:rPr lang="en-US" dirty="0" err="1"/>
              <a:t>eachPass</a:t>
            </a:r>
            <a:r>
              <a:rPr lang="en-US" dirty="0"/>
              <a:t>))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9367FF-13E6-4C02-B661-0788B13B55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7A20AF6-AD50-4706-9EFA-73E5139DADC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7200" y="4114800"/>
            <a:ext cx="8415338" cy="1477328"/>
          </a:xfrm>
        </p:spPr>
        <p:txBody>
          <a:bodyPr/>
          <a:lstStyle/>
          <a:p>
            <a:r>
              <a:rPr lang="en-AU" dirty="0"/>
              <a:t>So you will notice that the range starts at 0 and finishes at 3</a:t>
            </a:r>
          </a:p>
          <a:p>
            <a:r>
              <a:rPr lang="en-AU" dirty="0"/>
              <a:t>You need to be aware of this when creating your loops as it can lead to incorrect logic if forgotten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1E19A-3493-5333-62FD-AA2EDA453987}"/>
              </a:ext>
            </a:extLst>
          </p:cNvPr>
          <p:cNvSpPr txBox="1"/>
          <p:nvPr/>
        </p:nvSpPr>
        <p:spPr>
          <a:xfrm>
            <a:off x="6019800" y="1538818"/>
            <a:ext cx="1600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It’s alive! 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It’s alive! 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It’s alive! 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/>
              <a:t>It’s alive! 3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910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8026400" cy="732508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Executing a Statement a Given Number of Times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014250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 Loop to compute an exponentiation for a non-negative exponent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530" y="1904286"/>
            <a:ext cx="8415338" cy="1842043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number = 2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exponent = 3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product =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eachPass in range(exponent)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      product = product * number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      print(product, end = “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2 4 8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3194" y="4368225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If the exponent were 0, the loop body would not execute and value of </a:t>
            </a:r>
            <a:r>
              <a:rPr lang="en-US" b="1" dirty="0">
                <a:solidFill>
                  <a:schemeClr val="tx1"/>
                </a:solidFill>
              </a:rPr>
              <a:t>product </a:t>
            </a:r>
            <a:r>
              <a:rPr lang="en-US" dirty="0">
                <a:solidFill>
                  <a:schemeClr val="tx1"/>
                </a:solidFill>
              </a:rPr>
              <a:t>would remain as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418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Count-Controlled Loops (1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Loops that count through a range of numbers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1905000"/>
            <a:ext cx="4452938" cy="1578894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product =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 (4):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product = product * (count + 1)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print(product)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24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5125" y="4038600"/>
            <a:ext cx="4648200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To specify a explicit lower bound: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3"/>
          </p:nvPr>
        </p:nvSpPr>
        <p:spPr>
          <a:xfrm>
            <a:off x="469662" y="4508908"/>
            <a:ext cx="4436692" cy="1578894"/>
          </a:xfrm>
        </p:spPr>
        <p:txBody>
          <a:bodyPr/>
          <a:lstStyle/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product =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 (1, 5):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product = product * count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print(product)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24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570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Count-Controlled Loops (2 of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 bound-delimited</a:t>
            </a:r>
            <a:r>
              <a:rPr lang="en-US" b="1" dirty="0">
                <a:solidFill>
                  <a:schemeClr val="tx1"/>
                </a:solidFill>
              </a:rPr>
              <a:t> summation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6816" y="1947730"/>
            <a:ext cx="8415338" cy="3574825"/>
          </a:xfrm>
        </p:spPr>
        <p:txBody>
          <a:bodyPr/>
          <a:lstStyle/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lower = int(input(“Enter the lower bound: ”))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upper = int(input(“Enter the upper bound: ”))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= 0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number in range(lower, upper + 1):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theSum = theSum + number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)</a:t>
            </a:r>
          </a:p>
          <a:p>
            <a:pPr marL="228600" lvl="1" indent="0">
              <a:spcBef>
                <a:spcPts val="1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the lower bound: 1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the upper bound: 10</a:t>
            </a:r>
          </a:p>
          <a:p>
            <a:pPr marL="228600" lvl="1" indent="0">
              <a:spcBef>
                <a:spcPts val="1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55</a:t>
            </a:r>
          </a:p>
          <a:p>
            <a:pPr marL="228600" lvl="1" indent="0">
              <a:spcBef>
                <a:spcPts val="1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1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1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What will the result be if we didn’t have the +1?</a:t>
            </a:r>
          </a:p>
        </p:txBody>
      </p:sp>
    </p:spTree>
    <p:extLst>
      <p:ext uri="{BB962C8B-B14F-4D97-AF65-F5344CB8AC3E}">
        <p14:creationId xmlns:p14="http://schemas.microsoft.com/office/powerpoint/2010/main" val="80966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Errors: Off-by-One 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24000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</a:t>
            </a: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6816" y="1920664"/>
            <a:ext cx="4986338" cy="1771254"/>
          </a:xfrm>
        </p:spPr>
        <p:txBody>
          <a:bodyPr/>
          <a:lstStyle/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# Count from 1 through 4, we think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range(1,4):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print(count)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1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2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3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72454" y="3810000"/>
            <a:ext cx="8415338" cy="738664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Loop actually counts from 1 through 3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Not a syntax error, but rather a logic error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439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DEC9A-4A31-F9CE-DCC2-CAFD4DF5A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97217"/>
            <a:ext cx="8026400" cy="314317"/>
          </a:xfrm>
        </p:spPr>
        <p:txBody>
          <a:bodyPr/>
          <a:lstStyle/>
          <a:p>
            <a:r>
              <a:rPr lang="en-US" sz="24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Traversing the Contents of a Data Sequence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7594-608F-AED7-43E9-C158711D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31" y="1133458"/>
            <a:ext cx="8415338" cy="5535361"/>
          </a:xfrm>
        </p:spPr>
        <p:txBody>
          <a:bodyPr/>
          <a:lstStyle/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We can traverse a list of numbers, things, characters and do “stuff”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&lt;variable&gt; in &lt;sequence&gt;: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&lt;do something with variable&gt;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list1 = [1, 2, 3, 4]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for </a:t>
            </a:r>
            <a:r>
              <a:rPr lang="en-US" dirty="0" err="1">
                <a:solidFill>
                  <a:schemeClr val="tx1"/>
                </a:solidFill>
                <a:cs typeface="Courier New" panose="02070309020205020404" pitchFamily="49" charset="0"/>
              </a:rPr>
              <a:t>list_element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 in list1: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	print(</a:t>
            </a:r>
            <a:r>
              <a:rPr lang="en-US" dirty="0" err="1">
                <a:solidFill>
                  <a:schemeClr val="tx1"/>
                </a:solidFill>
                <a:cs typeface="Courier New" panose="02070309020205020404" pitchFamily="49" charset="0"/>
              </a:rPr>
              <a:t>list_element</a:t>
            </a: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)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for fruit in [“apple”, “orange”, “potato”]: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	print(fruit)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for character in “Hi there!”: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        print(character, end = “ ”)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H i   t h e r e !</a:t>
            </a:r>
            <a:endParaRPr lang="en-US" dirty="0">
              <a:solidFill>
                <a:schemeClr val="tx1"/>
              </a:solidFill>
            </a:endParaRPr>
          </a:p>
          <a:p>
            <a:pPr marL="228600" lvl="1" indent="0">
              <a:spcBef>
                <a:spcPts val="300"/>
              </a:spcBef>
              <a:buNone/>
            </a:pP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A6954-ED98-8BBB-B62A-8070DD4D51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804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Specifying the Steps in the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</a:rPr>
              <a:t>range </a:t>
            </a:r>
            <a:r>
              <a:rPr lang="en-US" dirty="0">
                <a:solidFill>
                  <a:schemeClr val="tx1"/>
                </a:solidFill>
              </a:rPr>
              <a:t>expects a third argument that allows you specify a </a:t>
            </a:r>
            <a:r>
              <a:rPr lang="en-US" b="1" dirty="0">
                <a:solidFill>
                  <a:schemeClr val="tx1"/>
                </a:solidFill>
              </a:rPr>
              <a:t>step value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4"/>
          </p:nvPr>
        </p:nvSpPr>
        <p:spPr>
          <a:xfrm>
            <a:off x="468923" y="2066258"/>
            <a:ext cx="8415338" cy="1771254"/>
          </a:xfrm>
        </p:spPr>
        <p:txBody>
          <a:bodyPr/>
          <a:lstStyle/>
          <a:p>
            <a:pPr marL="228600" lvl="1" indent="0">
              <a:spcBef>
                <a:spcPts val="300"/>
              </a:spcBef>
              <a:buNone/>
            </a:pP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= 0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range(2, 11, 2):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      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+ count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)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30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6DB83D2-76D5-DB0C-074E-C59CD91E043E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340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Loops that Count Down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73062" y="2509340"/>
            <a:ext cx="8415338" cy="1168012"/>
          </a:xfrm>
        </p:spPr>
        <p:txBody>
          <a:bodyPr/>
          <a:lstStyle/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range(10, 0, −1):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print(count, end = " ")</a:t>
            </a:r>
          </a:p>
          <a:p>
            <a:pPr marL="228600" lvl="1" indent="0">
              <a:spcBef>
                <a:spcPts val="30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10 9 8 7 6 5 4 3 2 1</a:t>
            </a:r>
          </a:p>
          <a:p>
            <a:pPr marL="228600" lvl="1" indent="0">
              <a:spcBef>
                <a:spcPts val="30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9465AC-6DEE-60B7-04D5-4697C2161E55}"/>
              </a:ext>
            </a:extLst>
          </p:cNvPr>
          <p:cNvSpPr txBox="1">
            <a:spLocks/>
          </p:cNvSpPr>
          <p:nvPr/>
        </p:nvSpPr>
        <p:spPr>
          <a:xfrm>
            <a:off x="363095" y="1246430"/>
            <a:ext cx="8415338" cy="29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third argument can be a negative </a:t>
            </a:r>
            <a:r>
              <a:rPr lang="en-US" b="1" dirty="0">
                <a:solidFill>
                  <a:schemeClr val="tx1"/>
                </a:solidFill>
              </a:rPr>
              <a:t>step value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82607F-C30A-E205-35AC-BE9F4B997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2844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Conditional Iteration: The while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895630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</a:t>
            </a:r>
            <a:r>
              <a:rPr lang="en-US" b="1" dirty="0">
                <a:solidFill>
                  <a:schemeClr val="tx1"/>
                </a:solidFill>
              </a:rPr>
              <a:t>while </a:t>
            </a:r>
            <a:r>
              <a:rPr lang="en-US" dirty="0">
                <a:solidFill>
                  <a:schemeClr val="tx1"/>
                </a:solidFill>
              </a:rPr>
              <a:t>loop can be used to describe conditional iteration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 A program’s input loop that accepts values until user enters a </a:t>
            </a:r>
            <a:r>
              <a:rPr lang="en-US" b="1" dirty="0">
                <a:solidFill>
                  <a:schemeClr val="tx1"/>
                </a:solidFill>
              </a:rPr>
              <a:t>sentinel </a:t>
            </a:r>
            <a:r>
              <a:rPr lang="en-US" dirty="0">
                <a:solidFill>
                  <a:schemeClr val="tx1"/>
                </a:solidFill>
              </a:rPr>
              <a:t>that terminates the input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832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6324600" cy="732508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Structure and Behavior of a While Loop (1 of 3)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137114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Conditional iteration requires that condition be tested within loop to determine if it should continue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Called </a:t>
            </a:r>
            <a:r>
              <a:rPr lang="en-US" b="1" dirty="0">
                <a:solidFill>
                  <a:schemeClr val="tx1"/>
                </a:solidFill>
              </a:rPr>
              <a:t>continuation condition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Syntax: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64622" y="2988892"/>
            <a:ext cx="8415338" cy="526298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while &lt;condition&gt;: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&lt;sequence of statements&gt;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3194" y="3661626"/>
            <a:ext cx="8415338" cy="1418850"/>
          </a:xfrm>
        </p:spPr>
        <p:txBody>
          <a:bodyPr/>
          <a:lstStyle/>
          <a:p>
            <a:pPr marL="171450" lvl="1">
              <a:spcBef>
                <a:spcPts val="0"/>
              </a:spcBef>
              <a:buClr>
                <a:srgbClr val="007FA9"/>
              </a:buClr>
            </a:pPr>
            <a:r>
              <a:rPr lang="en-US" sz="2000" dirty="0">
                <a:solidFill>
                  <a:schemeClr val="tx1"/>
                </a:solidFill>
              </a:rPr>
              <a:t>Improper use may lead to </a:t>
            </a:r>
            <a:r>
              <a:rPr lang="en-US" sz="2000" b="1" dirty="0">
                <a:solidFill>
                  <a:schemeClr val="tx1"/>
                </a:solidFill>
              </a:rPr>
              <a:t>infinite loop</a:t>
            </a:r>
          </a:p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</a:rPr>
              <a:t>while </a:t>
            </a:r>
            <a:r>
              <a:rPr lang="en-US" dirty="0">
                <a:solidFill>
                  <a:schemeClr val="tx1"/>
                </a:solidFill>
              </a:rPr>
              <a:t>loop is also called </a:t>
            </a:r>
            <a:r>
              <a:rPr lang="en-US" b="1" dirty="0">
                <a:solidFill>
                  <a:schemeClr val="tx1"/>
                </a:solidFill>
              </a:rPr>
              <a:t>entry-control loop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Condition is tested at top of loop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Statements within loop can execute zero or more times</a:t>
            </a:r>
            <a:endParaRPr lang="en-US" dirty="0">
              <a:solidFill>
                <a:schemeClr val="tx1"/>
              </a:solidFill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59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6248400" cy="732508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Structure and Behavior of a While Loop (2 of 3)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Figure 3-6 The semantics of a while loop. The figure shows the semantics of a while loop. If a condition is true, it is a statement, and loops back to the condition. This becomes an infinite loop. If the condition is false, it skips the statement and directly follows a new path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2170060"/>
            <a:ext cx="3616452" cy="29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658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5638800" cy="732508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Structure and Behavior of a While Loop (3 of 3)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8984" y="1880076"/>
            <a:ext cx="8415338" cy="3420936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= 0.0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data = input(“Enter a number or just enter to quit: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while data != “”: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number = float(data)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 + number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data = input(“Enter a number or just enter to quit: ”)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print(“The sum is”, 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number or just enter to quit: 3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number or just enter to quit: 4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number or just enter to quit: 5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Enter a number or just enter to quit: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 sum is 12.0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5125" y="5562600"/>
            <a:ext cx="8415338" cy="555537"/>
          </a:xfrm>
        </p:spPr>
        <p:txBody>
          <a:bodyPr/>
          <a:lstStyle/>
          <a:p>
            <a:pPr>
              <a:spcBef>
                <a:spcPts val="0"/>
              </a:spcBef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Data is the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loop control variable</a:t>
            </a:r>
          </a:p>
          <a:p>
            <a:pPr lvl="1">
              <a:spcBef>
                <a:spcPts val="0"/>
              </a:spcBef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  <a:cs typeface="Courier New" panose="02070309020205020404" pitchFamily="49" charset="0"/>
              </a:rPr>
              <a:t>first input statement initializes a variable to a value that the loop condition can test</a:t>
            </a:r>
          </a:p>
        </p:txBody>
      </p:sp>
    </p:spTree>
    <p:extLst>
      <p:ext uri="{BB962C8B-B14F-4D97-AF65-F5344CB8AC3E}">
        <p14:creationId xmlns:p14="http://schemas.microsoft.com/office/powerpoint/2010/main" val="2995774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 Control with a While Loop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Use a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while</a:t>
            </a:r>
            <a:r>
              <a:rPr lang="en-US" dirty="0">
                <a:solidFill>
                  <a:schemeClr val="tx1"/>
                </a:solidFill>
              </a:rPr>
              <a:t> loop for a count-controlled loop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47662" y="1912118"/>
            <a:ext cx="8415338" cy="3420936"/>
          </a:xfrm>
        </p:spPr>
        <p:txBody>
          <a:bodyPr/>
          <a:lstStyle/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# Summation with a for loop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for count in range(1, 100001):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+= count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print(theSum)</a:t>
            </a:r>
          </a:p>
          <a:p>
            <a:pPr marL="228600" lvl="1" indent="0">
              <a:spcBef>
                <a:spcPts val="0"/>
              </a:spcBef>
              <a:buNone/>
            </a:pPr>
            <a:endParaRPr lang="en-US" b="1" dirty="0">
              <a:solidFill>
                <a:schemeClr val="tx1"/>
              </a:solidFill>
              <a:cs typeface="Courier New" panose="02070309020205020404" pitchFamily="49" charset="0"/>
            </a:endParaRP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# Summation with a while loop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theSum = 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count =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while count &lt;= 100000: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chemeClr val="tx1"/>
                </a:solidFill>
                <a:cs typeface="Courier New" panose="02070309020205020404" pitchFamily="49" charset="0"/>
              </a:rPr>
              <a:t>theSum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 += count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>
                <a:solidFill>
                  <a:schemeClr val="tx1"/>
                </a:solidFill>
                <a:cs typeface="Courier New" panose="02070309020205020404" pitchFamily="49" charset="0"/>
              </a:rPr>
              <a:t>	count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+= 1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print(theSum)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22591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 Logic, Errors, and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78999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Errors to rule out during testing </a:t>
            </a:r>
            <a:r>
              <a:rPr lang="en-US" b="1" dirty="0">
                <a:solidFill>
                  <a:schemeClr val="tx1"/>
                </a:solidFill>
              </a:rPr>
              <a:t>while </a:t>
            </a:r>
            <a:r>
              <a:rPr lang="en-US" dirty="0">
                <a:solidFill>
                  <a:schemeClr val="tx1"/>
                </a:solidFill>
              </a:rPr>
              <a:t>loop: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Incorrectly initialized loop control variable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Failure to update this variable correctly within loop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Failure to test it correctly in continuation condition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To halt loop that appears to hang during testing, type </a:t>
            </a:r>
            <a:r>
              <a:rPr lang="en-US" b="1" dirty="0">
                <a:solidFill>
                  <a:schemeClr val="tx1"/>
                </a:solidFill>
              </a:rPr>
              <a:t>Control+c </a:t>
            </a:r>
            <a:r>
              <a:rPr lang="en-US" dirty="0">
                <a:solidFill>
                  <a:schemeClr val="tx1"/>
                </a:solidFill>
              </a:rPr>
              <a:t>in terminal window or I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E shell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If loop must run at least once, use a </a:t>
            </a:r>
            <a:r>
              <a:rPr lang="en-US" b="1" dirty="0">
                <a:solidFill>
                  <a:schemeClr val="tx1"/>
                </a:solidFill>
              </a:rPr>
              <a:t>while True </a:t>
            </a:r>
            <a:r>
              <a:rPr lang="en-US" dirty="0">
                <a:solidFill>
                  <a:schemeClr val="tx1"/>
                </a:solidFill>
              </a:rPr>
              <a:t>loop with delayed examination of termination condition </a:t>
            </a:r>
          </a:p>
        </p:txBody>
      </p:sp>
    </p:spTree>
    <p:extLst>
      <p:ext uri="{BB962C8B-B14F-4D97-AF65-F5344CB8AC3E}">
        <p14:creationId xmlns:p14="http://schemas.microsoft.com/office/powerpoint/2010/main" val="37332942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459e2b9220dd93b534f612e6e20138cf0107376"/>
</p:tagLst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1F302C440524FA31D7DCD25615BF1" ma:contentTypeVersion="18" ma:contentTypeDescription="Create a new document." ma:contentTypeScope="" ma:versionID="9b5ef13840dbd2ba38235b934d7adefd">
  <xsd:schema xmlns:xsd="http://www.w3.org/2001/XMLSchema" xmlns:xs="http://www.w3.org/2001/XMLSchema" xmlns:p="http://schemas.microsoft.com/office/2006/metadata/properties" xmlns:ns2="e88296c4-2d3a-4b5e-b7cc-73362ec365d5" xmlns:ns3="53d19f74-6bc9-4aed-b277-f53d52e7cc56" targetNamespace="http://schemas.microsoft.com/office/2006/metadata/properties" ma:root="true" ma:fieldsID="b0e641f3e07b035cf079653ee302fc15" ns2:_="" ns3:_="">
    <xsd:import namespace="e88296c4-2d3a-4b5e-b7cc-73362ec365d5"/>
    <xsd:import namespace="53d19f74-6bc9-4aed-b277-f53d52e7cc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296c4-2d3a-4b5e-b7cc-73362ec36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7414def-154c-4d25-b3bb-ada8546948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d19f74-6bc9-4aed-b277-f53d52e7c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543154f-11f0-48ee-8c22-1520160f28f3}" ma:internalName="TaxCatchAll" ma:showField="CatchAllData" ma:web="53d19f74-6bc9-4aed-b277-f53d52e7c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d19f74-6bc9-4aed-b277-f53d52e7cc56" xsi:nil="true"/>
    <lcf76f155ced4ddcb4097134ff3c332f xmlns="e88296c4-2d3a-4b5e-b7cc-73362ec365d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22172A3-BED0-461F-9DED-8375C2B7CBD9}"/>
</file>

<file path=customXml/itemProps2.xml><?xml version="1.0" encoding="utf-8"?>
<ds:datastoreItem xmlns:ds="http://schemas.openxmlformats.org/officeDocument/2006/customXml" ds:itemID="{481F9B26-D6BE-479D-AFE3-4D6066580E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6C4860-EBDE-480F-A33E-B710E49CD6C7}">
  <ds:schemaRefs>
    <ds:schemaRef ds:uri="95f50485-45e9-4ea7-ba6d-06f152a7a175"/>
    <ds:schemaRef ds:uri="http://schemas.microsoft.com/office/2006/metadata/properties"/>
    <ds:schemaRef ds:uri="http://purl.org/dc/elements/1.1/"/>
    <ds:schemaRef ds:uri="http://schemas.microsoft.com/sharepoint/v3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cd7f3bdf-2d26-479a-9466-e8f90eda8a49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19614</TotalTime>
  <Words>1429</Words>
  <Application>Microsoft Office PowerPoint</Application>
  <PresentationFormat>On-screen Show (4:3)</PresentationFormat>
  <Paragraphs>205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ICT703 Programming</vt:lpstr>
      <vt:lpstr>Objectives</vt:lpstr>
      <vt:lpstr>Programming Concepts</vt:lpstr>
      <vt:lpstr>Iteration</vt:lpstr>
      <vt:lpstr>Definitive Iteration: The for Loop</vt:lpstr>
      <vt:lpstr>Executing a Statement a Given Number of Times (1 of 2)</vt:lpstr>
      <vt:lpstr>What do you think this will return?</vt:lpstr>
      <vt:lpstr>Executing a Statement a Given Number of Times (2 of 2)</vt:lpstr>
      <vt:lpstr>Count-Controlled Loops (1 of 2)</vt:lpstr>
      <vt:lpstr>Count-Controlled Loops (2 of 2)</vt:lpstr>
      <vt:lpstr>Loop Errors: Off-by-One Error</vt:lpstr>
      <vt:lpstr>Traversing the Contents of a Data Sequence</vt:lpstr>
      <vt:lpstr>Specifying the Steps in the Range</vt:lpstr>
      <vt:lpstr>Loops that Count Down</vt:lpstr>
      <vt:lpstr>Conditional Iteration: The while Loop</vt:lpstr>
      <vt:lpstr>The Structure and Behavior of a While Loop (1 of 3)</vt:lpstr>
      <vt:lpstr>The Structure and Behavior of a While Loop (2 of 3)</vt:lpstr>
      <vt:lpstr>The Structure and Behavior of a While Loop (3 of 3)</vt:lpstr>
      <vt:lpstr>Count Control with a While Loop</vt:lpstr>
      <vt:lpstr>Loop Logic, Errors, and Testing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Python: First Programs, 2e</dc:title>
  <dc:creator>Author</dc:creator>
  <cp:lastModifiedBy>Andrew Lang</cp:lastModifiedBy>
  <cp:revision>806</cp:revision>
  <cp:lastPrinted>2010-11-12T17:54:40Z</cp:lastPrinted>
  <dcterms:created xsi:type="dcterms:W3CDTF">2007-02-15T20:50:52Z</dcterms:created>
  <dcterms:modified xsi:type="dcterms:W3CDTF">2022-07-18T02:24:42Z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732539425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  <property fmtid="{D5CDD505-2E9C-101B-9397-08002B2CF9AE}" pid="8" name="ContentTypeId">
    <vt:lpwstr>0x0101000E01F302C440524FA31D7DCD25615BF1</vt:lpwstr>
  </property>
  <property fmtid="{D5CDD505-2E9C-101B-9397-08002B2CF9AE}" pid="9" name="MediaServiceImageTags">
    <vt:lpwstr/>
  </property>
</Properties>
</file>