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374" r:id="rId7"/>
    <p:sldId id="375" r:id="rId8"/>
    <p:sldId id="390" r:id="rId9"/>
    <p:sldId id="391" r:id="rId10"/>
    <p:sldId id="392" r:id="rId11"/>
    <p:sldId id="393" r:id="rId12"/>
    <p:sldId id="394" r:id="rId13"/>
    <p:sldId id="395" r:id="rId14"/>
    <p:sldId id="396" r:id="rId15"/>
  </p:sldIdLst>
  <p:sldSz cx="9144000" cy="6858000" type="screen4x3"/>
  <p:notesSz cx="9372600" cy="7086600"/>
  <p:custDataLst>
    <p:tags r:id="rId1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nette Stillwell" initials="NBS" lastIdx="5" clrIdx="0"/>
  <p:cmAuthor id="1" name="Gerald Titchener" initials="GT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9"/>
    <a:srgbClr val="1B70A5"/>
    <a:srgbClr val="FFFFFF"/>
    <a:srgbClr val="96CDEE"/>
    <a:srgbClr val="0F3F5D"/>
    <a:srgbClr val="01773A"/>
    <a:srgbClr val="156B13"/>
    <a:srgbClr val="008000"/>
    <a:srgbClr val="F200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08" autoAdjust="0"/>
    <p:restoredTop sz="96408" autoAdjust="0"/>
  </p:normalViewPr>
  <p:slideViewPr>
    <p:cSldViewPr>
      <p:cViewPr varScale="1">
        <p:scale>
          <a:sx n="106" d="100"/>
          <a:sy n="106" d="100"/>
        </p:scale>
        <p:origin x="145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8" d="100"/>
          <a:sy n="48" d="100"/>
        </p:scale>
        <p:origin x="2244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Lang" userId="fe72763d-3229-405d-97e2-fc50bf7354ed" providerId="ADAL" clId="{1C54C9E9-3CF8-485E-A000-D27DB6A2F542}"/>
    <pc:docChg chg="undo custSel addSld delSld modSld">
      <pc:chgData name="Andrew Lang" userId="fe72763d-3229-405d-97e2-fc50bf7354ed" providerId="ADAL" clId="{1C54C9E9-3CF8-485E-A000-D27DB6A2F542}" dt="2022-08-14T07:17:45.813" v="3235" actId="20577"/>
      <pc:docMkLst>
        <pc:docMk/>
      </pc:docMkLst>
      <pc:sldChg chg="modSp mod">
        <pc:chgData name="Andrew Lang" userId="fe72763d-3229-405d-97e2-fc50bf7354ed" providerId="ADAL" clId="{1C54C9E9-3CF8-485E-A000-D27DB6A2F542}" dt="2022-08-14T04:09:19.199" v="20" actId="20577"/>
        <pc:sldMkLst>
          <pc:docMk/>
          <pc:sldMk cId="3699752921" sldId="256"/>
        </pc:sldMkLst>
        <pc:spChg chg="mod">
          <ac:chgData name="Andrew Lang" userId="fe72763d-3229-405d-97e2-fc50bf7354ed" providerId="ADAL" clId="{1C54C9E9-3CF8-485E-A000-D27DB6A2F542}" dt="2022-08-14T04:09:19.199" v="20" actId="20577"/>
          <ac:spMkLst>
            <pc:docMk/>
            <pc:sldMk cId="3699752921" sldId="256"/>
            <ac:spMk id="3" creationId="{00000000-0000-0000-0000-000000000000}"/>
          </ac:spMkLst>
        </pc:spChg>
      </pc:sldChg>
      <pc:sldChg chg="modSp mod">
        <pc:chgData name="Andrew Lang" userId="fe72763d-3229-405d-97e2-fc50bf7354ed" providerId="ADAL" clId="{1C54C9E9-3CF8-485E-A000-D27DB6A2F542}" dt="2022-08-14T04:10:26.359" v="167" actId="20577"/>
        <pc:sldMkLst>
          <pc:docMk/>
          <pc:sldMk cId="2685841868" sldId="257"/>
        </pc:sldMkLst>
        <pc:spChg chg="mod">
          <ac:chgData name="Andrew Lang" userId="fe72763d-3229-405d-97e2-fc50bf7354ed" providerId="ADAL" clId="{1C54C9E9-3CF8-485E-A000-D27DB6A2F542}" dt="2022-08-14T04:10:26.359" v="167" actId="20577"/>
          <ac:spMkLst>
            <pc:docMk/>
            <pc:sldMk cId="2685841868" sldId="257"/>
            <ac:spMk id="3" creationId="{00000000-0000-0000-0000-000000000000}"/>
          </ac:spMkLst>
        </pc:spChg>
      </pc:sldChg>
      <pc:sldChg chg="modSp mod">
        <pc:chgData name="Andrew Lang" userId="fe72763d-3229-405d-97e2-fc50bf7354ed" providerId="ADAL" clId="{1C54C9E9-3CF8-485E-A000-D27DB6A2F542}" dt="2022-08-14T04:13:39.684" v="353" actId="6549"/>
        <pc:sldMkLst>
          <pc:docMk/>
          <pc:sldMk cId="1791857814" sldId="374"/>
        </pc:sldMkLst>
        <pc:spChg chg="mod">
          <ac:chgData name="Andrew Lang" userId="fe72763d-3229-405d-97e2-fc50bf7354ed" providerId="ADAL" clId="{1C54C9E9-3CF8-485E-A000-D27DB6A2F542}" dt="2022-08-14T04:13:39.684" v="353" actId="6549"/>
          <ac:spMkLst>
            <pc:docMk/>
            <pc:sldMk cId="1791857814" sldId="374"/>
            <ac:spMk id="3" creationId="{00000000-0000-0000-0000-000000000000}"/>
          </ac:spMkLst>
        </pc:spChg>
      </pc:sldChg>
      <pc:sldChg chg="addSp delSp modSp mod">
        <pc:chgData name="Andrew Lang" userId="fe72763d-3229-405d-97e2-fc50bf7354ed" providerId="ADAL" clId="{1C54C9E9-3CF8-485E-A000-D27DB6A2F542}" dt="2022-08-14T04:28:36.368" v="697" actId="5793"/>
        <pc:sldMkLst>
          <pc:docMk/>
          <pc:sldMk cId="1738926713" sldId="375"/>
        </pc:sldMkLst>
        <pc:spChg chg="mod">
          <ac:chgData name="Andrew Lang" userId="fe72763d-3229-405d-97e2-fc50bf7354ed" providerId="ADAL" clId="{1C54C9E9-3CF8-485E-A000-D27DB6A2F542}" dt="2022-08-14T04:28:27.559" v="693" actId="6549"/>
          <ac:spMkLst>
            <pc:docMk/>
            <pc:sldMk cId="1738926713" sldId="375"/>
            <ac:spMk id="2" creationId="{00000000-0000-0000-0000-000000000000}"/>
          </ac:spMkLst>
        </pc:spChg>
        <pc:spChg chg="mod">
          <ac:chgData name="Andrew Lang" userId="fe72763d-3229-405d-97e2-fc50bf7354ed" providerId="ADAL" clId="{1C54C9E9-3CF8-485E-A000-D27DB6A2F542}" dt="2022-08-14T04:28:36.368" v="697" actId="5793"/>
          <ac:spMkLst>
            <pc:docMk/>
            <pc:sldMk cId="1738926713" sldId="375"/>
            <ac:spMk id="3" creationId="{00000000-0000-0000-0000-000000000000}"/>
          </ac:spMkLst>
        </pc:spChg>
        <pc:spChg chg="add del mod">
          <ac:chgData name="Andrew Lang" userId="fe72763d-3229-405d-97e2-fc50bf7354ed" providerId="ADAL" clId="{1C54C9E9-3CF8-485E-A000-D27DB6A2F542}" dt="2022-08-14T04:15:07.576" v="460" actId="478"/>
          <ac:spMkLst>
            <pc:docMk/>
            <pc:sldMk cId="1738926713" sldId="375"/>
            <ac:spMk id="5" creationId="{7318BF51-8102-251E-BB2E-DC611733C559}"/>
          </ac:spMkLst>
        </pc:spChg>
        <pc:spChg chg="del">
          <ac:chgData name="Andrew Lang" userId="fe72763d-3229-405d-97e2-fc50bf7354ed" providerId="ADAL" clId="{1C54C9E9-3CF8-485E-A000-D27DB6A2F542}" dt="2022-08-14T04:15:02.969" v="457" actId="478"/>
          <ac:spMkLst>
            <pc:docMk/>
            <pc:sldMk cId="1738926713" sldId="375"/>
            <ac:spMk id="6" creationId="{00000000-0000-0000-0000-000000000000}"/>
          </ac:spMkLst>
        </pc:spChg>
        <pc:spChg chg="del">
          <ac:chgData name="Andrew Lang" userId="fe72763d-3229-405d-97e2-fc50bf7354ed" providerId="ADAL" clId="{1C54C9E9-3CF8-485E-A000-D27DB6A2F542}" dt="2022-08-14T04:15:04.799" v="458" actId="478"/>
          <ac:spMkLst>
            <pc:docMk/>
            <pc:sldMk cId="1738926713" sldId="375"/>
            <ac:spMk id="7" creationId="{00000000-0000-0000-0000-000000000000}"/>
          </ac:spMkLst>
        </pc:spChg>
        <pc:spChg chg="add del mod">
          <ac:chgData name="Andrew Lang" userId="fe72763d-3229-405d-97e2-fc50bf7354ed" providerId="ADAL" clId="{1C54C9E9-3CF8-485E-A000-D27DB6A2F542}" dt="2022-08-14T04:15:06.045" v="459" actId="478"/>
          <ac:spMkLst>
            <pc:docMk/>
            <pc:sldMk cId="1738926713" sldId="375"/>
            <ac:spMk id="9" creationId="{92CE104F-3CAB-6AEF-CFAA-B7E028579C56}"/>
          </ac:spMkLst>
        </pc:spChg>
      </pc:sldChg>
      <pc:sldChg chg="del">
        <pc:chgData name="Andrew Lang" userId="fe72763d-3229-405d-97e2-fc50bf7354ed" providerId="ADAL" clId="{1C54C9E9-3CF8-485E-A000-D27DB6A2F542}" dt="2022-08-14T04:40:05.879" v="1417" actId="47"/>
        <pc:sldMkLst>
          <pc:docMk/>
          <pc:sldMk cId="2097013063" sldId="376"/>
        </pc:sldMkLst>
      </pc:sldChg>
      <pc:sldChg chg="del">
        <pc:chgData name="Andrew Lang" userId="fe72763d-3229-405d-97e2-fc50bf7354ed" providerId="ADAL" clId="{1C54C9E9-3CF8-485E-A000-D27DB6A2F542}" dt="2022-08-14T04:40:05.879" v="1417" actId="47"/>
        <pc:sldMkLst>
          <pc:docMk/>
          <pc:sldMk cId="3990935889" sldId="377"/>
        </pc:sldMkLst>
      </pc:sldChg>
      <pc:sldChg chg="del">
        <pc:chgData name="Andrew Lang" userId="fe72763d-3229-405d-97e2-fc50bf7354ed" providerId="ADAL" clId="{1C54C9E9-3CF8-485E-A000-D27DB6A2F542}" dt="2022-08-14T04:40:05.879" v="1417" actId="47"/>
        <pc:sldMkLst>
          <pc:docMk/>
          <pc:sldMk cId="1335751590" sldId="378"/>
        </pc:sldMkLst>
      </pc:sldChg>
      <pc:sldChg chg="del">
        <pc:chgData name="Andrew Lang" userId="fe72763d-3229-405d-97e2-fc50bf7354ed" providerId="ADAL" clId="{1C54C9E9-3CF8-485E-A000-D27DB6A2F542}" dt="2022-08-14T04:40:05.879" v="1417" actId="47"/>
        <pc:sldMkLst>
          <pc:docMk/>
          <pc:sldMk cId="2575734214" sldId="379"/>
        </pc:sldMkLst>
      </pc:sldChg>
      <pc:sldChg chg="del">
        <pc:chgData name="Andrew Lang" userId="fe72763d-3229-405d-97e2-fc50bf7354ed" providerId="ADAL" clId="{1C54C9E9-3CF8-485E-A000-D27DB6A2F542}" dt="2022-08-14T04:40:05.879" v="1417" actId="47"/>
        <pc:sldMkLst>
          <pc:docMk/>
          <pc:sldMk cId="588821946" sldId="380"/>
        </pc:sldMkLst>
      </pc:sldChg>
      <pc:sldChg chg="del">
        <pc:chgData name="Andrew Lang" userId="fe72763d-3229-405d-97e2-fc50bf7354ed" providerId="ADAL" clId="{1C54C9E9-3CF8-485E-A000-D27DB6A2F542}" dt="2022-08-14T04:40:05.879" v="1417" actId="47"/>
        <pc:sldMkLst>
          <pc:docMk/>
          <pc:sldMk cId="2140874295" sldId="381"/>
        </pc:sldMkLst>
      </pc:sldChg>
      <pc:sldChg chg="del">
        <pc:chgData name="Andrew Lang" userId="fe72763d-3229-405d-97e2-fc50bf7354ed" providerId="ADAL" clId="{1C54C9E9-3CF8-485E-A000-D27DB6A2F542}" dt="2022-08-14T04:40:05.879" v="1417" actId="47"/>
        <pc:sldMkLst>
          <pc:docMk/>
          <pc:sldMk cId="3498676453" sldId="382"/>
        </pc:sldMkLst>
      </pc:sldChg>
      <pc:sldChg chg="del">
        <pc:chgData name="Andrew Lang" userId="fe72763d-3229-405d-97e2-fc50bf7354ed" providerId="ADAL" clId="{1C54C9E9-3CF8-485E-A000-D27DB6A2F542}" dt="2022-08-14T04:14:07.089" v="355" actId="47"/>
        <pc:sldMkLst>
          <pc:docMk/>
          <pc:sldMk cId="1356878138" sldId="383"/>
        </pc:sldMkLst>
      </pc:sldChg>
      <pc:sldChg chg="del">
        <pc:chgData name="Andrew Lang" userId="fe72763d-3229-405d-97e2-fc50bf7354ed" providerId="ADAL" clId="{1C54C9E9-3CF8-485E-A000-D27DB6A2F542}" dt="2022-08-14T04:14:05.935" v="354" actId="47"/>
        <pc:sldMkLst>
          <pc:docMk/>
          <pc:sldMk cId="3676761797" sldId="384"/>
        </pc:sldMkLst>
      </pc:sldChg>
      <pc:sldChg chg="del">
        <pc:chgData name="Andrew Lang" userId="fe72763d-3229-405d-97e2-fc50bf7354ed" providerId="ADAL" clId="{1C54C9E9-3CF8-485E-A000-D27DB6A2F542}" dt="2022-08-14T04:14:05.935" v="354" actId="47"/>
        <pc:sldMkLst>
          <pc:docMk/>
          <pc:sldMk cId="1217372308" sldId="385"/>
        </pc:sldMkLst>
      </pc:sldChg>
      <pc:sldChg chg="del">
        <pc:chgData name="Andrew Lang" userId="fe72763d-3229-405d-97e2-fc50bf7354ed" providerId="ADAL" clId="{1C54C9E9-3CF8-485E-A000-D27DB6A2F542}" dt="2022-08-14T04:14:05.935" v="354" actId="47"/>
        <pc:sldMkLst>
          <pc:docMk/>
          <pc:sldMk cId="147283526" sldId="386"/>
        </pc:sldMkLst>
      </pc:sldChg>
      <pc:sldChg chg="del">
        <pc:chgData name="Andrew Lang" userId="fe72763d-3229-405d-97e2-fc50bf7354ed" providerId="ADAL" clId="{1C54C9E9-3CF8-485E-A000-D27DB6A2F542}" dt="2022-08-14T04:14:05.935" v="354" actId="47"/>
        <pc:sldMkLst>
          <pc:docMk/>
          <pc:sldMk cId="677450799" sldId="387"/>
        </pc:sldMkLst>
      </pc:sldChg>
      <pc:sldChg chg="del">
        <pc:chgData name="Andrew Lang" userId="fe72763d-3229-405d-97e2-fc50bf7354ed" providerId="ADAL" clId="{1C54C9E9-3CF8-485E-A000-D27DB6A2F542}" dt="2022-08-14T04:40:05.879" v="1417" actId="47"/>
        <pc:sldMkLst>
          <pc:docMk/>
          <pc:sldMk cId="2348849673" sldId="389"/>
        </pc:sldMkLst>
      </pc:sldChg>
      <pc:sldChg chg="modSp add mod">
        <pc:chgData name="Andrew Lang" userId="fe72763d-3229-405d-97e2-fc50bf7354ed" providerId="ADAL" clId="{1C54C9E9-3CF8-485E-A000-D27DB6A2F542}" dt="2022-08-14T04:36:05.389" v="1090" actId="20577"/>
        <pc:sldMkLst>
          <pc:docMk/>
          <pc:sldMk cId="3526228591" sldId="390"/>
        </pc:sldMkLst>
        <pc:spChg chg="mod">
          <ac:chgData name="Andrew Lang" userId="fe72763d-3229-405d-97e2-fc50bf7354ed" providerId="ADAL" clId="{1C54C9E9-3CF8-485E-A000-D27DB6A2F542}" dt="2022-08-14T04:36:05.389" v="1090" actId="20577"/>
          <ac:spMkLst>
            <pc:docMk/>
            <pc:sldMk cId="3526228591" sldId="390"/>
            <ac:spMk id="2" creationId="{00000000-0000-0000-0000-000000000000}"/>
          </ac:spMkLst>
        </pc:spChg>
        <pc:spChg chg="mod">
          <ac:chgData name="Andrew Lang" userId="fe72763d-3229-405d-97e2-fc50bf7354ed" providerId="ADAL" clId="{1C54C9E9-3CF8-485E-A000-D27DB6A2F542}" dt="2022-08-14T04:35:57.768" v="1080" actId="20577"/>
          <ac:spMkLst>
            <pc:docMk/>
            <pc:sldMk cId="3526228591" sldId="390"/>
            <ac:spMk id="3" creationId="{00000000-0000-0000-0000-000000000000}"/>
          </ac:spMkLst>
        </pc:spChg>
      </pc:sldChg>
      <pc:sldChg chg="modSp add mod">
        <pc:chgData name="Andrew Lang" userId="fe72763d-3229-405d-97e2-fc50bf7354ed" providerId="ADAL" clId="{1C54C9E9-3CF8-485E-A000-D27DB6A2F542}" dt="2022-08-14T04:39:54.380" v="1416" actId="20577"/>
        <pc:sldMkLst>
          <pc:docMk/>
          <pc:sldMk cId="2621110080" sldId="391"/>
        </pc:sldMkLst>
        <pc:spChg chg="mod">
          <ac:chgData name="Andrew Lang" userId="fe72763d-3229-405d-97e2-fc50bf7354ed" providerId="ADAL" clId="{1C54C9E9-3CF8-485E-A000-D27DB6A2F542}" dt="2022-08-14T04:36:13.135" v="1093" actId="6549"/>
          <ac:spMkLst>
            <pc:docMk/>
            <pc:sldMk cId="2621110080" sldId="391"/>
            <ac:spMk id="2" creationId="{00000000-0000-0000-0000-000000000000}"/>
          </ac:spMkLst>
        </pc:spChg>
        <pc:spChg chg="mod">
          <ac:chgData name="Andrew Lang" userId="fe72763d-3229-405d-97e2-fc50bf7354ed" providerId="ADAL" clId="{1C54C9E9-3CF8-485E-A000-D27DB6A2F542}" dt="2022-08-14T04:39:54.380" v="1416" actId="20577"/>
          <ac:spMkLst>
            <pc:docMk/>
            <pc:sldMk cId="2621110080" sldId="391"/>
            <ac:spMk id="3" creationId="{00000000-0000-0000-0000-000000000000}"/>
          </ac:spMkLst>
        </pc:spChg>
      </pc:sldChg>
      <pc:sldChg chg="modSp add mod">
        <pc:chgData name="Andrew Lang" userId="fe72763d-3229-405d-97e2-fc50bf7354ed" providerId="ADAL" clId="{1C54C9E9-3CF8-485E-A000-D27DB6A2F542}" dt="2022-08-14T04:45:52.297" v="1812" actId="20577"/>
        <pc:sldMkLst>
          <pc:docMk/>
          <pc:sldMk cId="2468267682" sldId="392"/>
        </pc:sldMkLst>
        <pc:spChg chg="mod">
          <ac:chgData name="Andrew Lang" userId="fe72763d-3229-405d-97e2-fc50bf7354ed" providerId="ADAL" clId="{1C54C9E9-3CF8-485E-A000-D27DB6A2F542}" dt="2022-08-14T04:40:13.258" v="1420" actId="6549"/>
          <ac:spMkLst>
            <pc:docMk/>
            <pc:sldMk cId="2468267682" sldId="392"/>
            <ac:spMk id="2" creationId="{00000000-0000-0000-0000-000000000000}"/>
          </ac:spMkLst>
        </pc:spChg>
        <pc:spChg chg="mod">
          <ac:chgData name="Andrew Lang" userId="fe72763d-3229-405d-97e2-fc50bf7354ed" providerId="ADAL" clId="{1C54C9E9-3CF8-485E-A000-D27DB6A2F542}" dt="2022-08-14T04:45:52.297" v="1812" actId="20577"/>
          <ac:spMkLst>
            <pc:docMk/>
            <pc:sldMk cId="2468267682" sldId="392"/>
            <ac:spMk id="3" creationId="{00000000-0000-0000-0000-000000000000}"/>
          </ac:spMkLst>
        </pc:spChg>
      </pc:sldChg>
      <pc:sldChg chg="modSp add mod">
        <pc:chgData name="Andrew Lang" userId="fe72763d-3229-405d-97e2-fc50bf7354ed" providerId="ADAL" clId="{1C54C9E9-3CF8-485E-A000-D27DB6A2F542}" dt="2022-08-14T04:56:41.656" v="2095" actId="313"/>
        <pc:sldMkLst>
          <pc:docMk/>
          <pc:sldMk cId="866278480" sldId="393"/>
        </pc:sldMkLst>
        <pc:spChg chg="mod">
          <ac:chgData name="Andrew Lang" userId="fe72763d-3229-405d-97e2-fc50bf7354ed" providerId="ADAL" clId="{1C54C9E9-3CF8-485E-A000-D27DB6A2F542}" dt="2022-08-14T04:46:04.891" v="1815" actId="6549"/>
          <ac:spMkLst>
            <pc:docMk/>
            <pc:sldMk cId="866278480" sldId="393"/>
            <ac:spMk id="2" creationId="{00000000-0000-0000-0000-000000000000}"/>
          </ac:spMkLst>
        </pc:spChg>
        <pc:spChg chg="mod">
          <ac:chgData name="Andrew Lang" userId="fe72763d-3229-405d-97e2-fc50bf7354ed" providerId="ADAL" clId="{1C54C9E9-3CF8-485E-A000-D27DB6A2F542}" dt="2022-08-14T04:56:41.656" v="2095" actId="313"/>
          <ac:spMkLst>
            <pc:docMk/>
            <pc:sldMk cId="866278480" sldId="393"/>
            <ac:spMk id="3" creationId="{00000000-0000-0000-0000-000000000000}"/>
          </ac:spMkLst>
        </pc:spChg>
      </pc:sldChg>
      <pc:sldChg chg="modSp add mod">
        <pc:chgData name="Andrew Lang" userId="fe72763d-3229-405d-97e2-fc50bf7354ed" providerId="ADAL" clId="{1C54C9E9-3CF8-485E-A000-D27DB6A2F542}" dt="2022-08-14T07:02:15.954" v="2475" actId="12"/>
        <pc:sldMkLst>
          <pc:docMk/>
          <pc:sldMk cId="3475385505" sldId="394"/>
        </pc:sldMkLst>
        <pc:spChg chg="mod">
          <ac:chgData name="Andrew Lang" userId="fe72763d-3229-405d-97e2-fc50bf7354ed" providerId="ADAL" clId="{1C54C9E9-3CF8-485E-A000-D27DB6A2F542}" dt="2022-08-14T06:41:49.809" v="2110" actId="6549"/>
          <ac:spMkLst>
            <pc:docMk/>
            <pc:sldMk cId="3475385505" sldId="394"/>
            <ac:spMk id="2" creationId="{00000000-0000-0000-0000-000000000000}"/>
          </ac:spMkLst>
        </pc:spChg>
        <pc:spChg chg="mod">
          <ac:chgData name="Andrew Lang" userId="fe72763d-3229-405d-97e2-fc50bf7354ed" providerId="ADAL" clId="{1C54C9E9-3CF8-485E-A000-D27DB6A2F542}" dt="2022-08-14T07:02:15.954" v="2475" actId="12"/>
          <ac:spMkLst>
            <pc:docMk/>
            <pc:sldMk cId="3475385505" sldId="394"/>
            <ac:spMk id="3" creationId="{00000000-0000-0000-0000-000000000000}"/>
          </ac:spMkLst>
        </pc:spChg>
      </pc:sldChg>
      <pc:sldChg chg="modSp add mod">
        <pc:chgData name="Andrew Lang" userId="fe72763d-3229-405d-97e2-fc50bf7354ed" providerId="ADAL" clId="{1C54C9E9-3CF8-485E-A000-D27DB6A2F542}" dt="2022-08-14T07:15:30.416" v="2988" actId="20577"/>
        <pc:sldMkLst>
          <pc:docMk/>
          <pc:sldMk cId="696917685" sldId="395"/>
        </pc:sldMkLst>
        <pc:spChg chg="mod">
          <ac:chgData name="Andrew Lang" userId="fe72763d-3229-405d-97e2-fc50bf7354ed" providerId="ADAL" clId="{1C54C9E9-3CF8-485E-A000-D27DB6A2F542}" dt="2022-08-14T07:02:44.003" v="2513" actId="6549"/>
          <ac:spMkLst>
            <pc:docMk/>
            <pc:sldMk cId="696917685" sldId="395"/>
            <ac:spMk id="2" creationId="{00000000-0000-0000-0000-000000000000}"/>
          </ac:spMkLst>
        </pc:spChg>
        <pc:spChg chg="mod">
          <ac:chgData name="Andrew Lang" userId="fe72763d-3229-405d-97e2-fc50bf7354ed" providerId="ADAL" clId="{1C54C9E9-3CF8-485E-A000-D27DB6A2F542}" dt="2022-08-14T07:15:30.416" v="2988" actId="20577"/>
          <ac:spMkLst>
            <pc:docMk/>
            <pc:sldMk cId="696917685" sldId="395"/>
            <ac:spMk id="3" creationId="{00000000-0000-0000-0000-000000000000}"/>
          </ac:spMkLst>
        </pc:spChg>
      </pc:sldChg>
      <pc:sldChg chg="modSp add mod">
        <pc:chgData name="Andrew Lang" userId="fe72763d-3229-405d-97e2-fc50bf7354ed" providerId="ADAL" clId="{1C54C9E9-3CF8-485E-A000-D27DB6A2F542}" dt="2022-08-14T07:17:45.813" v="3235" actId="20577"/>
        <pc:sldMkLst>
          <pc:docMk/>
          <pc:sldMk cId="1191516698" sldId="396"/>
        </pc:sldMkLst>
        <pc:spChg chg="mod">
          <ac:chgData name="Andrew Lang" userId="fe72763d-3229-405d-97e2-fc50bf7354ed" providerId="ADAL" clId="{1C54C9E9-3CF8-485E-A000-D27DB6A2F542}" dt="2022-08-14T07:16:05.513" v="3006" actId="6549"/>
          <ac:spMkLst>
            <pc:docMk/>
            <pc:sldMk cId="1191516698" sldId="396"/>
            <ac:spMk id="2" creationId="{00000000-0000-0000-0000-000000000000}"/>
          </ac:spMkLst>
        </pc:spChg>
        <pc:spChg chg="mod">
          <ac:chgData name="Andrew Lang" userId="fe72763d-3229-405d-97e2-fc50bf7354ed" providerId="ADAL" clId="{1C54C9E9-3CF8-485E-A000-D27DB6A2F542}" dt="2022-08-14T07:17:45.813" v="3235" actId="20577"/>
          <ac:spMkLst>
            <pc:docMk/>
            <pc:sldMk cId="1191516698" sldId="396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4EE4060F-EC6E-45B5-96F1-A60F0585115B}" type="datetimeFigureOut">
              <a:rPr lang="en-US" smtClean="0"/>
              <a:pPr/>
              <a:t>8/14/2022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A987596C-5E44-4393-BE44-DB7D499825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06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pPr>
              <a:defRPr/>
            </a:pPr>
            <a:fld id="{46950642-C6F2-4E46-90C1-0B12B643B3D7}" type="datetimeFigureOut">
              <a:rPr lang="en-US"/>
              <a:pPr>
                <a:defRPr/>
              </a:pPr>
              <a:t>8/14/2022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531813"/>
            <a:ext cx="3543300" cy="2657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66135"/>
            <a:ext cx="7498080" cy="31889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pPr>
              <a:defRPr/>
            </a:pPr>
            <a:fld id="{CAA8545F-A231-4F50-B1F1-95F56EBB64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0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526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944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698500" y="2712698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9" name="Picture 18" descr="Title_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3999"/>
            <a:ext cx="8713465" cy="6478027"/>
          </a:xfrm>
          <a:prstGeom prst="rect">
            <a:avLst/>
          </a:prstGeom>
        </p:spPr>
      </p:pic>
      <p:sp>
        <p:nvSpPr>
          <p:cNvPr id="20" name="Rectangle 19"/>
          <p:cNvSpPr/>
          <p:nvPr userDrawn="1"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4"/>
          <p:cNvSpPr/>
          <p:nvPr userDrawn="1"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 descr="Audi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24" name="Picture 23" descr="Swirl_3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25" name="Picture 24" descr="Swirl_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869" y="448408"/>
            <a:ext cx="5719687" cy="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9" name="Picture 18" descr="Audi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20" name="Picture 19" descr="Swirl_3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21" name="Picture 20" descr="Swirl_2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347662" y="33114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5019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687675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347662" y="2438401"/>
            <a:ext cx="8415338" cy="60960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2"/>
          </p:nvPr>
        </p:nvSpPr>
        <p:spPr>
          <a:xfrm>
            <a:off x="338668" y="3352800"/>
            <a:ext cx="8415338" cy="60960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3"/>
          </p:nvPr>
        </p:nvSpPr>
        <p:spPr>
          <a:xfrm>
            <a:off x="347662" y="4114800"/>
            <a:ext cx="8415338" cy="60960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4"/>
          </p:nvPr>
        </p:nvSpPr>
        <p:spPr>
          <a:xfrm>
            <a:off x="372533" y="4876800"/>
            <a:ext cx="8415338" cy="60960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807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44238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347662" y="2119278"/>
            <a:ext cx="8415338" cy="47152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2"/>
          </p:nvPr>
        </p:nvSpPr>
        <p:spPr>
          <a:xfrm>
            <a:off x="338668" y="2740830"/>
            <a:ext cx="8415338" cy="38337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3"/>
          </p:nvPr>
        </p:nvSpPr>
        <p:spPr>
          <a:xfrm>
            <a:off x="381000" y="3200400"/>
            <a:ext cx="8415338" cy="39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4"/>
          </p:nvPr>
        </p:nvSpPr>
        <p:spPr>
          <a:xfrm>
            <a:off x="364064" y="3668730"/>
            <a:ext cx="8415338" cy="44607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5"/>
          </p:nvPr>
        </p:nvSpPr>
        <p:spPr>
          <a:xfrm>
            <a:off x="397931" y="4267200"/>
            <a:ext cx="8415338" cy="39295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6"/>
          </p:nvPr>
        </p:nvSpPr>
        <p:spPr>
          <a:xfrm>
            <a:off x="423862" y="5322048"/>
            <a:ext cx="8415338" cy="39295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/>
          </p:nvPr>
        </p:nvSpPr>
        <p:spPr>
          <a:xfrm>
            <a:off x="423862" y="4788648"/>
            <a:ext cx="8415338" cy="39295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1474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7" r:id="rId4"/>
    <p:sldLayoutId id="2147483758" r:id="rId5"/>
    <p:sldLayoutId id="2147483759" r:id="rId6"/>
    <p:sldLayoutId id="2147483755" r:id="rId7"/>
    <p:sldLayoutId id="2147483756" r:id="rId8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658837"/>
            <a:ext cx="77470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ICT703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98500" y="3352800"/>
            <a:ext cx="7747000" cy="797141"/>
          </a:xfrm>
        </p:spPr>
        <p:txBody>
          <a:bodyPr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8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Processing</a:t>
            </a:r>
          </a:p>
        </p:txBody>
      </p:sp>
    </p:spTree>
    <p:extLst>
      <p:ext uri="{BB962C8B-B14F-4D97-AF65-F5344CB8AC3E}">
        <p14:creationId xmlns:p14="http://schemas.microsoft.com/office/powerpoint/2010/main" val="3699752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457200"/>
            <a:ext cx="61722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2209800" y="1368653"/>
            <a:ext cx="6705600" cy="163121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Review the basic file operation functions</a:t>
            </a:r>
          </a:p>
          <a:p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Investigate more robust file processing with csv files. </a:t>
            </a:r>
          </a:p>
          <a:p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Use modules to processing more file types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5841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3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3097771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text file is software object that stores data on permanent medium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Basic Operations are: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Open a file (can be to read, write or append)</a:t>
            </a:r>
          </a:p>
          <a:p>
            <a:pPr lvl="1">
              <a:buClr>
                <a:srgbClr val="007FA9"/>
              </a:buClr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 = open("my</a:t>
            </a:r>
            <a:r>
              <a:rPr lang="en-US" sz="1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file.txt", ‘r')</a:t>
            </a: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Process a file</a:t>
            </a:r>
          </a:p>
          <a:p>
            <a:pPr lvl="1">
              <a:buClr>
                <a:srgbClr val="007FA9"/>
              </a:buClr>
            </a:pPr>
            <a:r>
              <a:rPr lang="en-US" b="1" dirty="0" err="1">
                <a:solidFill>
                  <a:schemeClr val="tx1"/>
                </a:solidFill>
                <a:cs typeface="Courier New" panose="02070309020205020404" pitchFamily="49" charset="0"/>
              </a:rPr>
              <a:t>f.readline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()</a:t>
            </a: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Close the file </a:t>
            </a:r>
          </a:p>
          <a:p>
            <a:pPr lvl="1">
              <a:buClr>
                <a:srgbClr val="007FA9"/>
              </a:buClr>
            </a:pPr>
            <a:r>
              <a:rPr lang="en-US" sz="1800" b="1" dirty="0" err="1">
                <a:solidFill>
                  <a:schemeClr val="tx1"/>
                </a:solidFill>
                <a:cs typeface="Courier New" panose="02070309020205020404" pitchFamily="49" charset="0"/>
              </a:rPr>
              <a:t>f.close</a:t>
            </a:r>
            <a:r>
              <a:rPr lang="en-US" sz="1800" b="1" dirty="0">
                <a:solidFill>
                  <a:schemeClr val="tx1"/>
                </a:solidFill>
                <a:cs typeface="Courier New" panose="02070309020205020404" pitchFamily="49" charset="0"/>
              </a:rPr>
              <a:t>()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791857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than Basic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077492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Typically, we want to process the file with some structure.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What about a csv file or an Excel file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What about reading writing a dictionary data structure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What about extracting data from a more structured source like a database?</a:t>
            </a:r>
          </a:p>
          <a:p>
            <a:pPr marL="0" indent="0">
              <a:buClr>
                <a:srgbClr val="007FA9"/>
              </a:buClr>
              <a:buNone/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38926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a CSV File – Plan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628686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Assume we have an input file that looks like the following</a:t>
            </a:r>
          </a:p>
          <a:p>
            <a:pPr marL="228600" lvl="1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App, Category, Rating, Reviews, Size</a:t>
            </a:r>
          </a:p>
          <a:p>
            <a:pPr marL="228600" lvl="1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Photo Editor, ART_AND_DESIGN, 4.1, 159, 19M</a:t>
            </a:r>
          </a:p>
          <a:p>
            <a:pPr marL="228600" lvl="1" indent="0">
              <a:buClr>
                <a:srgbClr val="007FA9"/>
              </a:buClr>
              <a:buNone/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We could open the file, and work on every line (instead of printing it)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infile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= open(“app_file.csv", "r")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line in 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infile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	print(line)</a:t>
            </a:r>
          </a:p>
          <a:p>
            <a:pPr lvl="1">
              <a:buClr>
                <a:srgbClr val="007FA9"/>
              </a:buClr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marL="228600" lvl="1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Problem is we must find the commas, and decompose the line into the components</a:t>
            </a:r>
          </a:p>
          <a:p>
            <a:pPr marL="228600" lvl="1" indent="0">
              <a:buClr>
                <a:srgbClr val="007FA9"/>
              </a:buClr>
              <a:buNone/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6228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a CSV File – Plan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4698209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So why not use a string to list method and then we will have the components </a:t>
            </a:r>
          </a:p>
          <a:p>
            <a:pPr marL="228600" lvl="1" indent="0">
              <a:buClr>
                <a:srgbClr val="007FA9"/>
              </a:buClr>
              <a:buNone/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Open the file, split the lines by commas and then process it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infile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= open(“app_file.csv", "r")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line in 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infile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	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line_list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= 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line.strip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().split(",")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	print(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line_list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	</a:t>
            </a:r>
          </a:p>
          <a:p>
            <a:pPr lvl="1">
              <a:buClr>
                <a:srgbClr val="007FA9"/>
              </a:buClr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Problem is the case where the data has a , (within a quote)</a:t>
            </a:r>
          </a:p>
          <a:p>
            <a:pPr marL="228600" lvl="1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App, Category, Rating, Reviews, Size</a:t>
            </a:r>
          </a:p>
          <a:p>
            <a:pPr marL="228600" lvl="1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“Photo, Video, Picture Editor”, ART_AND_DESIGN, 4.1, 159, 19M</a:t>
            </a:r>
          </a:p>
          <a:p>
            <a:pPr marL="228600" lvl="1" indent="0">
              <a:buClr>
                <a:srgbClr val="007FA9"/>
              </a:buClr>
              <a:buNone/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marL="228600" lvl="1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This will split the line into too many components</a:t>
            </a:r>
          </a:p>
          <a:p>
            <a:pPr marL="228600" lvl="1" indent="0">
              <a:buClr>
                <a:srgbClr val="007FA9"/>
              </a:buClr>
              <a:buNone/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1110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a CSV File – Plan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4912114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There is a module for that !  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Open the file, split the lines by commas and then process it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import csv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infile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= open(“app_file.csv", "r")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csv_reader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= 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csv.reader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infile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line_list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in 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csv_reader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   print(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line_list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This looks better – now the line is split into the component parts (in a list) just like we would expect from a csv file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Problem is we have to access each component by the column number </a:t>
            </a:r>
          </a:p>
          <a:p>
            <a:pPr lvl="1">
              <a:buClr>
                <a:srgbClr val="007FA9"/>
              </a:buClr>
            </a:pP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Eg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line_list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[4] is the review component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Also we need to ignore the header row</a:t>
            </a:r>
          </a:p>
          <a:p>
            <a:pPr>
              <a:buClr>
                <a:srgbClr val="007FA9"/>
              </a:buClr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8267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a CSV File – Plan 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452431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Let’ try another method from the csv module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Open the file, split the lines by commas and then process it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import csv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infile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= open(“app_file.csv", "r")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csv_dict_reader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= 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csv.DictReader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infile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line_dict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in 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csv_dict_reader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   print(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line_dict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This looks even better – now the line is split into the component parts (in a dictionary) so we can access any column by its column name. The first line becomes the key for the dictionary </a:t>
            </a:r>
          </a:p>
          <a:p>
            <a:pPr lvl="1">
              <a:buClr>
                <a:srgbClr val="007FA9"/>
              </a:buClr>
            </a:pP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line_dict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[“Size”] has the value “19M”</a:t>
            </a:r>
          </a:p>
          <a:p>
            <a:pPr>
              <a:buClr>
                <a:srgbClr val="007FA9"/>
              </a:buClr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6278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an Excel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6175537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We can go further and read an Excel file – which is perfect for structured data. 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We will use the Pandas module which is extremely powerful and we will revisit again.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Open the file, split the lines by commas and then process it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import pandas as pd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df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= 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pd.read_excel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('Google Play Store.xlsx')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print(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df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</a:t>
            </a:r>
          </a:p>
          <a:p>
            <a:pPr marL="400050" lvl="2" indent="0">
              <a:buClr>
                <a:srgbClr val="007FA9"/>
              </a:buClr>
              <a:buNone/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This returns the whole spreadsheet as a 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dataframe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and we can access elements quite easily. This gives the first row in the category column.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print(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df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['Category'][1])</a:t>
            </a:r>
          </a:p>
          <a:p>
            <a:pPr marL="400050" lvl="2" indent="0">
              <a:buClr>
                <a:srgbClr val="007FA9"/>
              </a:buClr>
              <a:buNone/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r>
              <a:rPr 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More on Pandas Later</a:t>
            </a:r>
          </a:p>
          <a:p>
            <a:pPr>
              <a:buClr>
                <a:srgbClr val="007FA9"/>
              </a:buClr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5385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Writing/Reading a 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331" y="1295400"/>
            <a:ext cx="8415338" cy="4807470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dictionary data structure is perfect for configuration information within a program. For example, player information in a game:</a:t>
            </a:r>
          </a:p>
          <a:p>
            <a:pPr>
              <a:buClr>
                <a:srgbClr val="007FA9"/>
              </a:buClr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player1 = {'name': 'Andrew', 'high score': 350, 'current level': 3}</a:t>
            </a:r>
          </a:p>
          <a:p>
            <a:pPr>
              <a:buClr>
                <a:srgbClr val="007FA9"/>
              </a:buClr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We want to save that in a file at the end of the game as a dictionary.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import 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json</a:t>
            </a: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player1 = {'name': 'Andrew', 'high score': 350, 'current level': 3}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json.dump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(player1, open("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player_config.txt",'w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’))</a:t>
            </a:r>
          </a:p>
          <a:p>
            <a:pPr>
              <a:buClr>
                <a:srgbClr val="007FA9"/>
              </a:buClr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When we start the game, we can load up the configuration directly into the dictionary.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player1 = </a:t>
            </a:r>
            <a:r>
              <a:rPr lang="en-US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json.load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(open("player_config.txt"))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print (player1)</a:t>
            </a:r>
          </a:p>
        </p:txBody>
      </p:sp>
    </p:spTree>
    <p:extLst>
      <p:ext uri="{BB962C8B-B14F-4D97-AF65-F5344CB8AC3E}">
        <p14:creationId xmlns:p14="http://schemas.microsoft.com/office/powerpoint/2010/main" val="69691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Writing/Reading to a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331" y="1295400"/>
            <a:ext cx="8415338" cy="176971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There are many database platforms (relational like SQL, or NoSQL databases like MongoDB) that are perfect for storing our data. Python has some great modules to access these with easy.</a:t>
            </a:r>
          </a:p>
          <a:p>
            <a:pPr>
              <a:buClr>
                <a:srgbClr val="007FA9"/>
              </a:buClr>
            </a:pPr>
            <a:endParaRPr lang="en-US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>
              <a:buClr>
                <a:srgbClr val="007FA9"/>
              </a:buClr>
            </a:pPr>
            <a:r>
              <a:rPr lang="en-US">
                <a:solidFill>
                  <a:schemeClr val="tx1"/>
                </a:solidFill>
                <a:ea typeface="ＭＳ Ｐゴシック" panose="020B0600070205080204" pitchFamily="34" charset="-128"/>
              </a:rPr>
              <a:t>Stay Tuned </a:t>
            </a:r>
            <a:r>
              <a:rPr 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915166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ea6b96ac6a4f6abc0b795a816308d74f837cbe8"/>
</p:tagLst>
</file>

<file path=ppt/theme/theme1.xml><?xml version="1.0" encoding="utf-8"?>
<a:theme xmlns:a="http://schemas.openxmlformats.org/drawingml/2006/main" name="Office Theme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01F302C440524FA31D7DCD25615BF1" ma:contentTypeVersion="18" ma:contentTypeDescription="Create a new document." ma:contentTypeScope="" ma:versionID="9b5ef13840dbd2ba38235b934d7adefd">
  <xsd:schema xmlns:xsd="http://www.w3.org/2001/XMLSchema" xmlns:xs="http://www.w3.org/2001/XMLSchema" xmlns:p="http://schemas.microsoft.com/office/2006/metadata/properties" xmlns:ns2="e88296c4-2d3a-4b5e-b7cc-73362ec365d5" xmlns:ns3="53d19f74-6bc9-4aed-b277-f53d52e7cc56" targetNamespace="http://schemas.microsoft.com/office/2006/metadata/properties" ma:root="true" ma:fieldsID="b0e641f3e07b035cf079653ee302fc15" ns2:_="" ns3:_="">
    <xsd:import namespace="e88296c4-2d3a-4b5e-b7cc-73362ec365d5"/>
    <xsd:import namespace="53d19f74-6bc9-4aed-b277-f53d52e7cc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3:TaxCatchAll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296c4-2d3a-4b5e-b7cc-73362ec365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87414def-154c-4d25-b3bb-ada8546948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d19f74-6bc9-4aed-b277-f53d52e7cc5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8543154f-11f0-48ee-8c22-1520160f28f3}" ma:internalName="TaxCatchAll" ma:showField="CatchAllData" ma:web="53d19f74-6bc9-4aed-b277-f53d52e7c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d19f74-6bc9-4aed-b277-f53d52e7cc56" xsi:nil="true"/>
    <lcf76f155ced4ddcb4097134ff3c332f xmlns="e88296c4-2d3a-4b5e-b7cc-73362ec365d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54AC730-827B-4A8C-9CCC-73E0151FA4A6}"/>
</file>

<file path=customXml/itemProps2.xml><?xml version="1.0" encoding="utf-8"?>
<ds:datastoreItem xmlns:ds="http://schemas.openxmlformats.org/officeDocument/2006/customXml" ds:itemID="{A80F006D-419D-478A-81E8-67D583D108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A5F254-73EF-452E-87FE-D9624A5AC74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21370</TotalTime>
  <Words>892</Words>
  <Application>Microsoft Office PowerPoint</Application>
  <PresentationFormat>On-screen Show (4:3)</PresentationFormat>
  <Paragraphs>101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ICT703 Programming</vt:lpstr>
      <vt:lpstr>Objectives </vt:lpstr>
      <vt:lpstr>Text Files</vt:lpstr>
      <vt:lpstr>More than Basic Files</vt:lpstr>
      <vt:lpstr>Reading a CSV File – Plan A</vt:lpstr>
      <vt:lpstr>Reading a CSV File – Plan B</vt:lpstr>
      <vt:lpstr>Reading a CSV File – Plan C</vt:lpstr>
      <vt:lpstr>Reading a CSV File – Plan D</vt:lpstr>
      <vt:lpstr>Reading an Excel File</vt:lpstr>
      <vt:lpstr>Writing/Reading a Dictionary</vt:lpstr>
      <vt:lpstr>Writing/Reading to a database</vt:lpstr>
    </vt:vector>
  </TitlesOfParts>
  <Company>SPi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Python: First Programs, 2e</dc:title>
  <dc:creator>Author</dc:creator>
  <cp:lastModifiedBy>Andrew Lang</cp:lastModifiedBy>
  <cp:revision>904</cp:revision>
  <cp:lastPrinted>2010-11-12T17:54:40Z</cp:lastPrinted>
  <dcterms:created xsi:type="dcterms:W3CDTF">2007-02-15T20:50:52Z</dcterms:created>
  <dcterms:modified xsi:type="dcterms:W3CDTF">2022-08-14T07:17:47Z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732539425</vt:i4>
  </property>
  <property fmtid="{D5CDD505-2E9C-101B-9397-08002B2CF9AE}" pid="3" name="_NewReviewCycle">
    <vt:lpwstr/>
  </property>
  <property fmtid="{D5CDD505-2E9C-101B-9397-08002B2CF9AE}" pid="4" name="_EmailSubject">
    <vt:lpwstr>Cengage Branding/Accessibility </vt:lpwstr>
  </property>
  <property fmtid="{D5CDD505-2E9C-101B-9397-08002B2CF9AE}" pid="5" name="_AuthorEmail">
    <vt:lpwstr>maria.garguilo@cengage.com</vt:lpwstr>
  </property>
  <property fmtid="{D5CDD505-2E9C-101B-9397-08002B2CF9AE}" pid="6" name="_AuthorEmailDisplayName">
    <vt:lpwstr>Garguilo, Maria</vt:lpwstr>
  </property>
  <property fmtid="{D5CDD505-2E9C-101B-9397-08002B2CF9AE}" pid="7" name="_PreviousAdHocReviewCycleID">
    <vt:i4>1933890983</vt:i4>
  </property>
  <property fmtid="{D5CDD505-2E9C-101B-9397-08002B2CF9AE}" pid="8" name="ContentTypeId">
    <vt:lpwstr>0x0101000E01F302C440524FA31D7DCD25615BF1</vt:lpwstr>
  </property>
  <property fmtid="{D5CDD505-2E9C-101B-9397-08002B2CF9AE}" pid="9" name="MediaServiceImageTags">
    <vt:lpwstr/>
  </property>
</Properties>
</file>